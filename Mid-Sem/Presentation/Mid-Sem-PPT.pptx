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5143500" type="screen16x9"/>
  <p:notesSz cx="6858000" cy="9144000"/>
  <p:embeddedFontLst>
    <p:embeddedFont>
      <p:font typeface="Figtree Black" panose="020B0604020202020204" charset="0"/>
      <p:bold r:id="rId31"/>
      <p:boldItalic r:id="rId32"/>
    </p:embeddedFont>
    <p:embeddedFont>
      <p:font typeface="Hanken Grotesk" panose="020B0604020202020204" charset="0"/>
      <p:regular r:id="rId33"/>
      <p:bold r:id="rId34"/>
      <p:italic r:id="rId35"/>
      <p:boldItalic r:id="rId36"/>
    </p:embeddedFont>
    <p:embeddedFont>
      <p:font typeface="Hanken Grotesk Medium" panose="020B0604020202020204" charset="0"/>
      <p:regular r:id="rId37"/>
      <p:bold r:id="rId38"/>
      <p:italic r:id="rId39"/>
      <p:boldItalic r:id="rId40"/>
    </p:embeddedFont>
    <p:embeddedFont>
      <p:font typeface="Lato" panose="020F0502020204030203" pitchFamily="34" charset="0"/>
      <p:regular r:id="rId41"/>
      <p:bold r:id="rId42"/>
      <p:italic r:id="rId43"/>
      <p:boldItalic r:id="rId44"/>
    </p:embeddedFont>
    <p:embeddedFont>
      <p:font typeface="Roboto" panose="02000000000000000000" pitchFamily="2"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E6FC7FD-9D2E-4833-B8CB-813D9EE70BAE}">
  <a:tblStyle styleId="{1E6FC7FD-9D2E-4833-B8CB-813D9EE70BA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9" d="100"/>
          <a:sy n="139" d="100"/>
        </p:scale>
        <p:origin x="102" y="15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font" Target="fonts/font14.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0" name="Google Shape;31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9" name="Google Shape;319;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6" name="Google Shape;34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385b05fd6be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4" name="Google Shape;354;g385b05fd6be_0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385b05fd6be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1" name="Google Shape;361;g385b05fd6be_0_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38efa50d02d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0" name="Google Shape;370;g38efa50d02d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385b05fd6be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9" name="Google Shape;379;g385b05fd6be_0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385b05fd6be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6" name="Google Shape;386;g385b05fd6be_0_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38efa50d02d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3" name="Google Shape;393;g38efa50d02d_0_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38efa50d02d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0" name="Google Shape;400;g38efa50d02d_0_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385b05fd6be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8" name="Google Shape;408;g385b05fd6be_0_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38efa50d02d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6" name="Google Shape;416;g38efa50d02d_0_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385b05fd6be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4" name="Google Shape;424;g385b05fd6be_0_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38efa50d02d_0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2" name="Google Shape;432;g38efa50d02d_0_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g385b05fd6be_0_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9" name="Google Shape;439;g385b05fd6be_0_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3897af12c94_0_12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6" name="Google Shape;446;g3897af12c94_0_12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38f191819b5_0_15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3" name="Google Shape;453;g38f191819b5_0_15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385b05fd6be_0_1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0" name="Google Shape;460;g385b05fd6be_0_1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g385b05fd6be_0_1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7" name="Google Shape;467;g385b05fd6be_0_1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385b05fd6be_0_1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4" name="Google Shape;474;g385b05fd6be_0_1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385b05fd6be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1" name="Google Shape;481;g385b05fd6be_0_1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g385b05fd6be_0_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0" name="Google Shape;490;g385b05fd6be_0_1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385b05fd6be_0_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9" name="Google Shape;499;g385b05fd6be_0_1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g38f191819b5_0_14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9" name="Google Shape;509;g38f191819b5_0_14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3897af12c94_0_12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7" name="Google Shape;517;g3897af12c94_0_12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g38f191819b5_0_15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5" name="Google Shape;565;g38f191819b5_0_15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g385b05fd6be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2" name="Google Shape;572;g385b05fd6be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g385b05fd6be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9" name="Google Shape;579;g385b05fd6be_0_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7346075" y="130450"/>
            <a:ext cx="4889100" cy="48891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 name="Google Shape;11;p2"/>
          <p:cNvGrpSpPr/>
          <p:nvPr/>
        </p:nvGrpSpPr>
        <p:grpSpPr>
          <a:xfrm>
            <a:off x="727425" y="-49275"/>
            <a:ext cx="7703400" cy="5243325"/>
            <a:chOff x="727425" y="-49275"/>
            <a:chExt cx="7703400" cy="5243325"/>
          </a:xfrm>
        </p:grpSpPr>
        <p:sp>
          <p:nvSpPr>
            <p:cNvPr id="12" name="Google Shape;12;p2"/>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3" name="Google Shape;13;p2"/>
            <p:cNvCxnSpPr/>
            <p:nvPr/>
          </p:nvCxnSpPr>
          <p:spPr>
            <a:xfrm rot="10800000">
              <a:off x="727425" y="-49275"/>
              <a:ext cx="0" cy="585600"/>
            </a:xfrm>
            <a:prstGeom prst="straightConnector1">
              <a:avLst/>
            </a:prstGeom>
            <a:noFill/>
            <a:ln w="19050" cap="flat" cmpd="sng">
              <a:solidFill>
                <a:schemeClr val="dk1"/>
              </a:solidFill>
              <a:prstDash val="solid"/>
              <a:round/>
              <a:headEnd type="none" w="sm" len="sm"/>
              <a:tailEnd type="none" w="sm" len="sm"/>
            </a:ln>
          </p:spPr>
        </p:cxnSp>
        <p:cxnSp>
          <p:nvCxnSpPr>
            <p:cNvPr id="14" name="Google Shape;14;p2"/>
            <p:cNvCxnSpPr/>
            <p:nvPr/>
          </p:nvCxnSpPr>
          <p:spPr>
            <a:xfrm rot="10800000">
              <a:off x="8430775" y="4608450"/>
              <a:ext cx="0" cy="585600"/>
            </a:xfrm>
            <a:prstGeom prst="straightConnector1">
              <a:avLst/>
            </a:prstGeom>
            <a:noFill/>
            <a:ln w="19050" cap="flat" cmpd="sng">
              <a:solidFill>
                <a:schemeClr val="dk1"/>
              </a:solidFill>
              <a:prstDash val="solid"/>
              <a:round/>
              <a:headEnd type="none" w="sm" len="sm"/>
              <a:tailEnd type="none" w="sm" len="sm"/>
            </a:ln>
          </p:spPr>
        </p:cxnSp>
      </p:grpSp>
      <p:sp>
        <p:nvSpPr>
          <p:cNvPr id="15" name="Google Shape;15;p2"/>
          <p:cNvSpPr txBox="1">
            <a:spLocks noGrp="1"/>
          </p:cNvSpPr>
          <p:nvPr>
            <p:ph type="ctrTitle"/>
          </p:nvPr>
        </p:nvSpPr>
        <p:spPr>
          <a:xfrm>
            <a:off x="1087125" y="1670213"/>
            <a:ext cx="5897400" cy="139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5200"/>
              <a:buNone/>
              <a:defRPr sz="38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6" name="Google Shape;16;p2"/>
          <p:cNvSpPr txBox="1">
            <a:spLocks noGrp="1"/>
          </p:cNvSpPr>
          <p:nvPr>
            <p:ph type="subTitle" idx="1"/>
          </p:nvPr>
        </p:nvSpPr>
        <p:spPr>
          <a:xfrm>
            <a:off x="1087125" y="2997488"/>
            <a:ext cx="5897400" cy="475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1"/>
              </a:buClr>
              <a:buSzPts val="1400"/>
              <a:buNone/>
              <a:defRPr>
                <a:solidFill>
                  <a:schemeClr val="dk1"/>
                </a:solidFill>
              </a:defRPr>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a:endParaRPr/>
          </a:p>
        </p:txBody>
      </p:sp>
      <p:sp>
        <p:nvSpPr>
          <p:cNvPr id="17" name="Google Shape;17;p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
        <p:cNvGrpSpPr/>
        <p:nvPr/>
      </p:nvGrpSpPr>
      <p:grpSpPr>
        <a:xfrm>
          <a:off x="0" y="0"/>
          <a:ext cx="0" cy="0"/>
          <a:chOff x="0" y="0"/>
          <a:chExt cx="0" cy="0"/>
        </a:xfrm>
      </p:grpSpPr>
      <p:sp>
        <p:nvSpPr>
          <p:cNvPr id="19" name="Google Shape;19;p3"/>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 name="Google Shape;20;p3"/>
          <p:cNvGrpSpPr/>
          <p:nvPr/>
        </p:nvGrpSpPr>
        <p:grpSpPr>
          <a:xfrm>
            <a:off x="232200" y="-49400"/>
            <a:ext cx="8679000" cy="5250800"/>
            <a:chOff x="232200" y="-49400"/>
            <a:chExt cx="8679000" cy="5250800"/>
          </a:xfrm>
        </p:grpSpPr>
        <p:grpSp>
          <p:nvGrpSpPr>
            <p:cNvPr id="21" name="Google Shape;21;p3"/>
            <p:cNvGrpSpPr/>
            <p:nvPr/>
          </p:nvGrpSpPr>
          <p:grpSpPr>
            <a:xfrm>
              <a:off x="232200" y="-49400"/>
              <a:ext cx="8679000" cy="5250800"/>
              <a:chOff x="232200" y="-49400"/>
              <a:chExt cx="8679000" cy="5250800"/>
            </a:xfrm>
          </p:grpSpPr>
          <p:sp>
            <p:nvSpPr>
              <p:cNvPr id="22" name="Google Shape;22;p3"/>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3" name="Google Shape;23;p3"/>
              <p:cNvCxnSpPr/>
              <p:nvPr/>
            </p:nvCxnSpPr>
            <p:spPr>
              <a:xfrm rot="10800000">
                <a:off x="8911200" y="-49400"/>
                <a:ext cx="0" cy="284100"/>
              </a:xfrm>
              <a:prstGeom prst="straightConnector1">
                <a:avLst/>
              </a:prstGeom>
              <a:noFill/>
              <a:ln w="19050" cap="flat" cmpd="sng">
                <a:solidFill>
                  <a:schemeClr val="dk1"/>
                </a:solidFill>
                <a:prstDash val="solid"/>
                <a:round/>
                <a:headEnd type="none" w="sm" len="sm"/>
                <a:tailEnd type="none" w="sm" len="sm"/>
              </a:ln>
            </p:spPr>
          </p:cxnSp>
          <p:cxnSp>
            <p:nvCxnSpPr>
              <p:cNvPr id="24" name="Google Shape;24;p3"/>
              <p:cNvCxnSpPr/>
              <p:nvPr/>
            </p:nvCxnSpPr>
            <p:spPr>
              <a:xfrm rot="10800000">
                <a:off x="232200" y="4917300"/>
                <a:ext cx="0" cy="284100"/>
              </a:xfrm>
              <a:prstGeom prst="straightConnector1">
                <a:avLst/>
              </a:prstGeom>
              <a:noFill/>
              <a:ln w="19050" cap="flat" cmpd="sng">
                <a:solidFill>
                  <a:schemeClr val="dk1"/>
                </a:solidFill>
                <a:prstDash val="solid"/>
                <a:round/>
                <a:headEnd type="none" w="sm" len="sm"/>
                <a:tailEnd type="none" w="sm" len="sm"/>
              </a:ln>
            </p:spPr>
          </p:cxnSp>
        </p:grpSp>
        <p:sp>
          <p:nvSpPr>
            <p:cNvPr id="25" name="Google Shape;25;p3"/>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6" name="Google Shape;26;p3"/>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sz="28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7" name="Google Shape;27;p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28"/>
        <p:cNvGrpSpPr/>
        <p:nvPr/>
      </p:nvGrpSpPr>
      <p:grpSpPr>
        <a:xfrm>
          <a:off x="0" y="0"/>
          <a:ext cx="0" cy="0"/>
          <a:chOff x="0" y="0"/>
          <a:chExt cx="0" cy="0"/>
        </a:xfrm>
      </p:grpSpPr>
      <p:sp>
        <p:nvSpPr>
          <p:cNvPr id="29" name="Google Shape;29;p4"/>
          <p:cNvSpPr/>
          <p:nvPr/>
        </p:nvSpPr>
        <p:spPr>
          <a:xfrm>
            <a:off x="-941925"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0" name="Google Shape;30;p4"/>
          <p:cNvGrpSpPr/>
          <p:nvPr/>
        </p:nvGrpSpPr>
        <p:grpSpPr>
          <a:xfrm>
            <a:off x="-19050" y="232800"/>
            <a:ext cx="9189150" cy="4684500"/>
            <a:chOff x="-19050" y="232800"/>
            <a:chExt cx="9189150" cy="4684500"/>
          </a:xfrm>
        </p:grpSpPr>
        <p:sp>
          <p:nvSpPr>
            <p:cNvPr id="31" name="Google Shape;31;p4"/>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2" name="Google Shape;32;p4"/>
            <p:cNvCxnSpPr/>
            <p:nvPr/>
          </p:nvCxnSpPr>
          <p:spPr>
            <a:xfrm rot="10800000">
              <a:off x="-19050" y="232800"/>
              <a:ext cx="258900" cy="0"/>
            </a:xfrm>
            <a:prstGeom prst="straightConnector1">
              <a:avLst/>
            </a:prstGeom>
            <a:noFill/>
            <a:ln w="19050" cap="flat" cmpd="sng">
              <a:solidFill>
                <a:schemeClr val="dk1"/>
              </a:solidFill>
              <a:prstDash val="solid"/>
              <a:round/>
              <a:headEnd type="none" w="sm" len="sm"/>
              <a:tailEnd type="none" w="sm" len="sm"/>
            </a:ln>
          </p:spPr>
        </p:cxnSp>
        <p:cxnSp>
          <p:nvCxnSpPr>
            <p:cNvPr id="33" name="Google Shape;33;p4"/>
            <p:cNvCxnSpPr/>
            <p:nvPr/>
          </p:nvCxnSpPr>
          <p:spPr>
            <a:xfrm rot="10800000">
              <a:off x="8911200" y="4917300"/>
              <a:ext cx="258900" cy="0"/>
            </a:xfrm>
            <a:prstGeom prst="straightConnector1">
              <a:avLst/>
            </a:prstGeom>
            <a:noFill/>
            <a:ln w="19050" cap="flat" cmpd="sng">
              <a:solidFill>
                <a:schemeClr val="dk1"/>
              </a:solidFill>
              <a:prstDash val="solid"/>
              <a:round/>
              <a:headEnd type="none" w="sm" len="sm"/>
              <a:tailEnd type="none" w="sm" len="sm"/>
            </a:ln>
          </p:spPr>
        </p:cxnSp>
      </p:grpSp>
      <p:sp>
        <p:nvSpPr>
          <p:cNvPr id="34" name="Google Shape;34;p4"/>
          <p:cNvSpPr txBox="1">
            <a:spLocks noGrp="1"/>
          </p:cNvSpPr>
          <p:nvPr>
            <p:ph type="title"/>
          </p:nvPr>
        </p:nvSpPr>
        <p:spPr>
          <a:xfrm>
            <a:off x="6632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sz="28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35" name="Google Shape;35;p4"/>
          <p:cNvSpPr txBox="1">
            <a:spLocks noGrp="1"/>
          </p:cNvSpPr>
          <p:nvPr>
            <p:ph type="subTitle" idx="1"/>
          </p:nvPr>
        </p:nvSpPr>
        <p:spPr>
          <a:xfrm>
            <a:off x="788675" y="2105875"/>
            <a:ext cx="23055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36" name="Google Shape;36;p4"/>
          <p:cNvSpPr txBox="1">
            <a:spLocks noGrp="1"/>
          </p:cNvSpPr>
          <p:nvPr>
            <p:ph type="subTitle" idx="2"/>
          </p:nvPr>
        </p:nvSpPr>
        <p:spPr>
          <a:xfrm>
            <a:off x="788675" y="3772552"/>
            <a:ext cx="23055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37" name="Google Shape;37;p4"/>
          <p:cNvSpPr txBox="1">
            <a:spLocks noGrp="1"/>
          </p:cNvSpPr>
          <p:nvPr>
            <p:ph type="subTitle" idx="3"/>
          </p:nvPr>
        </p:nvSpPr>
        <p:spPr>
          <a:xfrm>
            <a:off x="3418500" y="3772552"/>
            <a:ext cx="23055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38" name="Google Shape;38;p4"/>
          <p:cNvSpPr txBox="1">
            <a:spLocks noGrp="1"/>
          </p:cNvSpPr>
          <p:nvPr>
            <p:ph type="subTitle" idx="4"/>
          </p:nvPr>
        </p:nvSpPr>
        <p:spPr>
          <a:xfrm>
            <a:off x="3418500" y="2105875"/>
            <a:ext cx="23055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39" name="Google Shape;39;p4"/>
          <p:cNvSpPr txBox="1">
            <a:spLocks noGrp="1"/>
          </p:cNvSpPr>
          <p:nvPr>
            <p:ph type="title" idx="5"/>
          </p:nvPr>
        </p:nvSpPr>
        <p:spPr>
          <a:xfrm>
            <a:off x="919575" y="1319650"/>
            <a:ext cx="365700" cy="365700"/>
          </a:xfrm>
          <a:prstGeom prst="rect">
            <a:avLst/>
          </a:prstGeom>
          <a:solidFill>
            <a:schemeClr val="dk1"/>
          </a:solidFill>
          <a:ln>
            <a:noFill/>
          </a:ln>
        </p:spPr>
        <p:txBody>
          <a:bodyPr spcFirstLastPara="1" wrap="square" lIns="91425" tIns="91425" rIns="91425" bIns="91425" anchor="ctr" anchorCtr="0">
            <a:noAutofit/>
          </a:bodyPr>
          <a:lstStyle>
            <a:lvl1pPr lvl="0" algn="ctr">
              <a:lnSpc>
                <a:spcPct val="115000"/>
              </a:lnSpc>
              <a:spcBef>
                <a:spcPts val="0"/>
              </a:spcBef>
              <a:spcAft>
                <a:spcPts val="0"/>
              </a:spcAft>
              <a:buSzPts val="3000"/>
              <a:buNone/>
              <a:defRPr sz="1100">
                <a:solidFill>
                  <a:schemeClr val="l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40" name="Google Shape;40;p4"/>
          <p:cNvSpPr txBox="1">
            <a:spLocks noGrp="1"/>
          </p:cNvSpPr>
          <p:nvPr>
            <p:ph type="title" idx="6"/>
          </p:nvPr>
        </p:nvSpPr>
        <p:spPr>
          <a:xfrm>
            <a:off x="3509050" y="2977575"/>
            <a:ext cx="365700" cy="365700"/>
          </a:xfrm>
          <a:prstGeom prst="rect">
            <a:avLst/>
          </a:prstGeom>
          <a:solidFill>
            <a:schemeClr val="dk1"/>
          </a:solidFill>
          <a:ln>
            <a:noFill/>
          </a:ln>
        </p:spPr>
        <p:txBody>
          <a:bodyPr spcFirstLastPara="1" wrap="square" lIns="91425" tIns="91425" rIns="91425" bIns="91425" anchor="ctr" anchorCtr="0">
            <a:noAutofit/>
          </a:bodyPr>
          <a:lstStyle>
            <a:lvl1pPr lvl="0" algn="ctr">
              <a:lnSpc>
                <a:spcPct val="115000"/>
              </a:lnSpc>
              <a:spcBef>
                <a:spcPts val="0"/>
              </a:spcBef>
              <a:spcAft>
                <a:spcPts val="0"/>
              </a:spcAft>
              <a:buSzPts val="3000"/>
              <a:buNone/>
              <a:defRPr sz="1100">
                <a:solidFill>
                  <a:schemeClr val="l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41" name="Google Shape;41;p4"/>
          <p:cNvSpPr txBox="1">
            <a:spLocks noGrp="1"/>
          </p:cNvSpPr>
          <p:nvPr>
            <p:ph type="title" idx="7"/>
          </p:nvPr>
        </p:nvSpPr>
        <p:spPr>
          <a:xfrm>
            <a:off x="919575" y="2977575"/>
            <a:ext cx="365700" cy="365700"/>
          </a:xfrm>
          <a:prstGeom prst="rect">
            <a:avLst/>
          </a:prstGeom>
          <a:solidFill>
            <a:schemeClr val="dk1"/>
          </a:solidFill>
          <a:ln>
            <a:noFill/>
          </a:ln>
        </p:spPr>
        <p:txBody>
          <a:bodyPr spcFirstLastPara="1" wrap="square" lIns="91425" tIns="91425" rIns="91425" bIns="91425" anchor="ctr" anchorCtr="0">
            <a:noAutofit/>
          </a:bodyPr>
          <a:lstStyle>
            <a:lvl1pPr lvl="0" algn="ctr">
              <a:lnSpc>
                <a:spcPct val="115000"/>
              </a:lnSpc>
              <a:spcBef>
                <a:spcPts val="0"/>
              </a:spcBef>
              <a:spcAft>
                <a:spcPts val="0"/>
              </a:spcAft>
              <a:buSzPts val="3000"/>
              <a:buNone/>
              <a:defRPr sz="1100">
                <a:solidFill>
                  <a:schemeClr val="l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42" name="Google Shape;42;p4"/>
          <p:cNvSpPr txBox="1">
            <a:spLocks noGrp="1"/>
          </p:cNvSpPr>
          <p:nvPr>
            <p:ph type="title" idx="8"/>
          </p:nvPr>
        </p:nvSpPr>
        <p:spPr>
          <a:xfrm>
            <a:off x="3528275" y="1319650"/>
            <a:ext cx="365700" cy="365700"/>
          </a:xfrm>
          <a:prstGeom prst="rect">
            <a:avLst/>
          </a:prstGeom>
          <a:solidFill>
            <a:schemeClr val="dk1"/>
          </a:solidFill>
          <a:ln>
            <a:noFill/>
          </a:ln>
        </p:spPr>
        <p:txBody>
          <a:bodyPr spcFirstLastPara="1" wrap="square" lIns="91425" tIns="91425" rIns="91425" bIns="91425" anchor="ctr" anchorCtr="0">
            <a:noAutofit/>
          </a:bodyPr>
          <a:lstStyle>
            <a:lvl1pPr lvl="0" algn="ctr">
              <a:lnSpc>
                <a:spcPct val="115000"/>
              </a:lnSpc>
              <a:spcBef>
                <a:spcPts val="0"/>
              </a:spcBef>
              <a:spcAft>
                <a:spcPts val="0"/>
              </a:spcAft>
              <a:buSzPts val="3000"/>
              <a:buNone/>
              <a:defRPr sz="1100">
                <a:solidFill>
                  <a:schemeClr val="l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43" name="Google Shape;43;p4"/>
          <p:cNvSpPr txBox="1">
            <a:spLocks noGrp="1"/>
          </p:cNvSpPr>
          <p:nvPr>
            <p:ph type="subTitle" idx="9"/>
          </p:nvPr>
        </p:nvSpPr>
        <p:spPr>
          <a:xfrm>
            <a:off x="6048325" y="3772552"/>
            <a:ext cx="23055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44" name="Google Shape;44;p4"/>
          <p:cNvSpPr txBox="1">
            <a:spLocks noGrp="1"/>
          </p:cNvSpPr>
          <p:nvPr>
            <p:ph type="subTitle" idx="13"/>
          </p:nvPr>
        </p:nvSpPr>
        <p:spPr>
          <a:xfrm>
            <a:off x="6048325" y="2105875"/>
            <a:ext cx="2305500" cy="572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45" name="Google Shape;45;p4"/>
          <p:cNvSpPr txBox="1">
            <a:spLocks noGrp="1"/>
          </p:cNvSpPr>
          <p:nvPr>
            <p:ph type="title" idx="14"/>
          </p:nvPr>
        </p:nvSpPr>
        <p:spPr>
          <a:xfrm>
            <a:off x="6136975" y="2977575"/>
            <a:ext cx="365700" cy="365700"/>
          </a:xfrm>
          <a:prstGeom prst="rect">
            <a:avLst/>
          </a:prstGeom>
          <a:solidFill>
            <a:schemeClr val="dk1"/>
          </a:solidFill>
          <a:ln>
            <a:noFill/>
          </a:ln>
        </p:spPr>
        <p:txBody>
          <a:bodyPr spcFirstLastPara="1" wrap="square" lIns="91425" tIns="91425" rIns="91425" bIns="91425" anchor="ctr" anchorCtr="0">
            <a:noAutofit/>
          </a:bodyPr>
          <a:lstStyle>
            <a:lvl1pPr lvl="0" algn="ctr">
              <a:lnSpc>
                <a:spcPct val="115000"/>
              </a:lnSpc>
              <a:spcBef>
                <a:spcPts val="0"/>
              </a:spcBef>
              <a:spcAft>
                <a:spcPts val="0"/>
              </a:spcAft>
              <a:buSzPts val="3000"/>
              <a:buNone/>
              <a:defRPr sz="1100">
                <a:solidFill>
                  <a:schemeClr val="l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46" name="Google Shape;46;p4"/>
          <p:cNvSpPr txBox="1">
            <a:spLocks noGrp="1"/>
          </p:cNvSpPr>
          <p:nvPr>
            <p:ph type="title" idx="15"/>
          </p:nvPr>
        </p:nvSpPr>
        <p:spPr>
          <a:xfrm>
            <a:off x="6136975" y="1319650"/>
            <a:ext cx="365700" cy="365700"/>
          </a:xfrm>
          <a:prstGeom prst="rect">
            <a:avLst/>
          </a:prstGeom>
          <a:solidFill>
            <a:schemeClr val="dk1"/>
          </a:solidFill>
          <a:ln>
            <a:noFill/>
          </a:ln>
        </p:spPr>
        <p:txBody>
          <a:bodyPr spcFirstLastPara="1" wrap="square" lIns="91425" tIns="91425" rIns="91425" bIns="91425" anchor="ctr" anchorCtr="0">
            <a:noAutofit/>
          </a:bodyPr>
          <a:lstStyle>
            <a:lvl1pPr lvl="0" algn="ctr">
              <a:lnSpc>
                <a:spcPct val="115000"/>
              </a:lnSpc>
              <a:spcBef>
                <a:spcPts val="0"/>
              </a:spcBef>
              <a:spcAft>
                <a:spcPts val="0"/>
              </a:spcAft>
              <a:buSzPts val="3000"/>
              <a:buNone/>
              <a:defRPr sz="1100">
                <a:solidFill>
                  <a:schemeClr val="l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47" name="Google Shape;47;p4"/>
          <p:cNvSpPr txBox="1">
            <a:spLocks noGrp="1"/>
          </p:cNvSpPr>
          <p:nvPr>
            <p:ph type="subTitle" idx="16"/>
          </p:nvPr>
        </p:nvSpPr>
        <p:spPr>
          <a:xfrm>
            <a:off x="788675" y="1848775"/>
            <a:ext cx="2305500" cy="3852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48" name="Google Shape;48;p4"/>
          <p:cNvSpPr txBox="1">
            <a:spLocks noGrp="1"/>
          </p:cNvSpPr>
          <p:nvPr>
            <p:ph type="subTitle" idx="17"/>
          </p:nvPr>
        </p:nvSpPr>
        <p:spPr>
          <a:xfrm>
            <a:off x="788675" y="3503023"/>
            <a:ext cx="2305500" cy="3852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49" name="Google Shape;49;p4"/>
          <p:cNvSpPr txBox="1">
            <a:spLocks noGrp="1"/>
          </p:cNvSpPr>
          <p:nvPr>
            <p:ph type="subTitle" idx="18"/>
          </p:nvPr>
        </p:nvSpPr>
        <p:spPr>
          <a:xfrm>
            <a:off x="3418500" y="3503023"/>
            <a:ext cx="2305500" cy="3852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50" name="Google Shape;50;p4"/>
          <p:cNvSpPr txBox="1">
            <a:spLocks noGrp="1"/>
          </p:cNvSpPr>
          <p:nvPr>
            <p:ph type="subTitle" idx="19"/>
          </p:nvPr>
        </p:nvSpPr>
        <p:spPr>
          <a:xfrm>
            <a:off x="3418500" y="1848775"/>
            <a:ext cx="2305500" cy="3852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51" name="Google Shape;51;p4"/>
          <p:cNvSpPr txBox="1">
            <a:spLocks noGrp="1"/>
          </p:cNvSpPr>
          <p:nvPr>
            <p:ph type="subTitle" idx="20"/>
          </p:nvPr>
        </p:nvSpPr>
        <p:spPr>
          <a:xfrm>
            <a:off x="6048325" y="3503023"/>
            <a:ext cx="2305500" cy="3852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52" name="Google Shape;52;p4"/>
          <p:cNvSpPr txBox="1">
            <a:spLocks noGrp="1"/>
          </p:cNvSpPr>
          <p:nvPr>
            <p:ph type="subTitle" idx="21"/>
          </p:nvPr>
        </p:nvSpPr>
        <p:spPr>
          <a:xfrm>
            <a:off x="6048325" y="1848775"/>
            <a:ext cx="2305500" cy="3852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53" name="Google Shape;53;p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4"/>
        <p:cNvGrpSpPr/>
        <p:nvPr/>
      </p:nvGrpSpPr>
      <p:grpSpPr>
        <a:xfrm>
          <a:off x="0" y="0"/>
          <a:ext cx="0" cy="0"/>
          <a:chOff x="0" y="0"/>
          <a:chExt cx="0" cy="0"/>
        </a:xfrm>
      </p:grpSpPr>
      <p:sp>
        <p:nvSpPr>
          <p:cNvPr id="55" name="Google Shape;55;p5"/>
          <p:cNvSpPr/>
          <p:nvPr/>
        </p:nvSpPr>
        <p:spPr>
          <a:xfrm>
            <a:off x="6433725" y="0"/>
            <a:ext cx="5143500" cy="5143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6" name="Google Shape;56;p5"/>
          <p:cNvGrpSpPr/>
          <p:nvPr/>
        </p:nvGrpSpPr>
        <p:grpSpPr>
          <a:xfrm>
            <a:off x="713225" y="-62550"/>
            <a:ext cx="7717800" cy="5210100"/>
            <a:chOff x="713225" y="-62550"/>
            <a:chExt cx="7717800" cy="5210100"/>
          </a:xfrm>
        </p:grpSpPr>
        <p:sp>
          <p:nvSpPr>
            <p:cNvPr id="57" name="Google Shape;57;p5"/>
            <p:cNvSpPr/>
            <p:nvPr/>
          </p:nvSpPr>
          <p:spPr>
            <a:xfrm>
              <a:off x="713225" y="533550"/>
              <a:ext cx="77178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8" name="Google Shape;58;p5"/>
            <p:cNvCxnSpPr/>
            <p:nvPr/>
          </p:nvCxnSpPr>
          <p:spPr>
            <a:xfrm rot="10800000">
              <a:off x="713225" y="-62550"/>
              <a:ext cx="0" cy="596100"/>
            </a:xfrm>
            <a:prstGeom prst="straightConnector1">
              <a:avLst/>
            </a:prstGeom>
            <a:noFill/>
            <a:ln w="19050" cap="flat" cmpd="sng">
              <a:solidFill>
                <a:schemeClr val="dk1"/>
              </a:solidFill>
              <a:prstDash val="solid"/>
              <a:round/>
              <a:headEnd type="none" w="sm" len="sm"/>
              <a:tailEnd type="none" w="sm" len="sm"/>
            </a:ln>
          </p:spPr>
        </p:cxnSp>
        <p:cxnSp>
          <p:nvCxnSpPr>
            <p:cNvPr id="59" name="Google Shape;59;p5"/>
            <p:cNvCxnSpPr/>
            <p:nvPr/>
          </p:nvCxnSpPr>
          <p:spPr>
            <a:xfrm>
              <a:off x="8430775" y="4608450"/>
              <a:ext cx="0" cy="539100"/>
            </a:xfrm>
            <a:prstGeom prst="straightConnector1">
              <a:avLst/>
            </a:prstGeom>
            <a:noFill/>
            <a:ln w="19050" cap="flat" cmpd="sng">
              <a:solidFill>
                <a:schemeClr val="dk1"/>
              </a:solidFill>
              <a:prstDash val="solid"/>
              <a:round/>
              <a:headEnd type="none" w="sm" len="sm"/>
              <a:tailEnd type="none" w="sm" len="sm"/>
            </a:ln>
          </p:spPr>
        </p:cxnSp>
      </p:grpSp>
      <p:sp>
        <p:nvSpPr>
          <p:cNvPr id="60" name="Google Shape;60;p5"/>
          <p:cNvSpPr txBox="1">
            <a:spLocks noGrp="1"/>
          </p:cNvSpPr>
          <p:nvPr>
            <p:ph type="title"/>
          </p:nvPr>
        </p:nvSpPr>
        <p:spPr>
          <a:xfrm>
            <a:off x="1216475" y="1977150"/>
            <a:ext cx="5067600" cy="841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600"/>
              <a:buNone/>
              <a:defRPr sz="5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1" name="Google Shape;61;p5"/>
          <p:cNvSpPr txBox="1">
            <a:spLocks noGrp="1"/>
          </p:cNvSpPr>
          <p:nvPr>
            <p:ph type="title" idx="2"/>
          </p:nvPr>
        </p:nvSpPr>
        <p:spPr>
          <a:xfrm>
            <a:off x="720000" y="533550"/>
            <a:ext cx="824400" cy="705000"/>
          </a:xfrm>
          <a:prstGeom prst="rect">
            <a:avLst/>
          </a:prstGeom>
          <a:solidFill>
            <a:schemeClr val="dk1"/>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6000"/>
              <a:buNone/>
              <a:defRPr sz="3300">
                <a:solidFill>
                  <a:schemeClr val="lt1"/>
                </a:solidFill>
              </a:defRPr>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a:endParaRPr/>
          </a:p>
        </p:txBody>
      </p:sp>
      <p:sp>
        <p:nvSpPr>
          <p:cNvPr id="62" name="Google Shape;62;p5"/>
          <p:cNvSpPr txBox="1">
            <a:spLocks noGrp="1"/>
          </p:cNvSpPr>
          <p:nvPr>
            <p:ph type="subTitle" idx="1"/>
          </p:nvPr>
        </p:nvSpPr>
        <p:spPr>
          <a:xfrm>
            <a:off x="1216475" y="2730750"/>
            <a:ext cx="5067600" cy="435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1"/>
              </a:buClr>
              <a:buSzPts val="1400"/>
              <a:buNone/>
              <a:defRPr>
                <a:solidFill>
                  <a:schemeClr val="dk1"/>
                </a:solidFill>
                <a:latin typeface="Hanken Grotesk"/>
                <a:ea typeface="Hanken Grotesk"/>
                <a:cs typeface="Hanken Grotesk"/>
                <a:sym typeface="Hanken Grotesk"/>
              </a:defRPr>
            </a:lvl1pPr>
            <a:lvl2pPr lvl="1" algn="ctr">
              <a:lnSpc>
                <a:spcPct val="100000"/>
              </a:lnSpc>
              <a:spcBef>
                <a:spcPts val="0"/>
              </a:spcBef>
              <a:spcAft>
                <a:spcPts val="0"/>
              </a:spcAft>
              <a:buClr>
                <a:schemeClr val="dk1"/>
              </a:buClr>
              <a:buSzPts val="1400"/>
              <a:buNone/>
              <a:defRPr>
                <a:solidFill>
                  <a:schemeClr val="dk1"/>
                </a:solidFill>
              </a:defRPr>
            </a:lvl2pPr>
            <a:lvl3pPr lvl="2" algn="ctr">
              <a:lnSpc>
                <a:spcPct val="100000"/>
              </a:lnSpc>
              <a:spcBef>
                <a:spcPts val="0"/>
              </a:spcBef>
              <a:spcAft>
                <a:spcPts val="0"/>
              </a:spcAft>
              <a:buClr>
                <a:schemeClr val="dk1"/>
              </a:buClr>
              <a:buSzPts val="1400"/>
              <a:buNone/>
              <a:defRPr>
                <a:solidFill>
                  <a:schemeClr val="dk1"/>
                </a:solidFill>
              </a:defRPr>
            </a:lvl3pPr>
            <a:lvl4pPr lvl="3" algn="ctr">
              <a:lnSpc>
                <a:spcPct val="100000"/>
              </a:lnSpc>
              <a:spcBef>
                <a:spcPts val="0"/>
              </a:spcBef>
              <a:spcAft>
                <a:spcPts val="0"/>
              </a:spcAft>
              <a:buClr>
                <a:schemeClr val="dk1"/>
              </a:buClr>
              <a:buSzPts val="1400"/>
              <a:buNone/>
              <a:defRPr>
                <a:solidFill>
                  <a:schemeClr val="dk1"/>
                </a:solidFill>
              </a:defRPr>
            </a:lvl4pPr>
            <a:lvl5pPr lvl="4" algn="ctr">
              <a:lnSpc>
                <a:spcPct val="100000"/>
              </a:lnSpc>
              <a:spcBef>
                <a:spcPts val="0"/>
              </a:spcBef>
              <a:spcAft>
                <a:spcPts val="0"/>
              </a:spcAft>
              <a:buClr>
                <a:schemeClr val="dk1"/>
              </a:buClr>
              <a:buSzPts val="1400"/>
              <a:buNone/>
              <a:defRPr>
                <a:solidFill>
                  <a:schemeClr val="dk1"/>
                </a:solidFill>
              </a:defRPr>
            </a:lvl5pPr>
            <a:lvl6pPr lvl="5" algn="ctr">
              <a:lnSpc>
                <a:spcPct val="100000"/>
              </a:lnSpc>
              <a:spcBef>
                <a:spcPts val="0"/>
              </a:spcBef>
              <a:spcAft>
                <a:spcPts val="0"/>
              </a:spcAft>
              <a:buClr>
                <a:schemeClr val="dk1"/>
              </a:buClr>
              <a:buSzPts val="1400"/>
              <a:buNone/>
              <a:defRPr>
                <a:solidFill>
                  <a:schemeClr val="dk1"/>
                </a:solidFill>
              </a:defRPr>
            </a:lvl6pPr>
            <a:lvl7pPr lvl="6" algn="ctr">
              <a:lnSpc>
                <a:spcPct val="100000"/>
              </a:lnSpc>
              <a:spcBef>
                <a:spcPts val="0"/>
              </a:spcBef>
              <a:spcAft>
                <a:spcPts val="0"/>
              </a:spcAft>
              <a:buClr>
                <a:schemeClr val="dk1"/>
              </a:buClr>
              <a:buSzPts val="1400"/>
              <a:buNone/>
              <a:defRPr>
                <a:solidFill>
                  <a:schemeClr val="dk1"/>
                </a:solidFill>
              </a:defRPr>
            </a:lvl7pPr>
            <a:lvl8pPr lvl="7" algn="ctr">
              <a:lnSpc>
                <a:spcPct val="100000"/>
              </a:lnSpc>
              <a:spcBef>
                <a:spcPts val="0"/>
              </a:spcBef>
              <a:spcAft>
                <a:spcPts val="0"/>
              </a:spcAft>
              <a:buClr>
                <a:schemeClr val="dk1"/>
              </a:buClr>
              <a:buSzPts val="1400"/>
              <a:buNone/>
              <a:defRPr>
                <a:solidFill>
                  <a:schemeClr val="dk1"/>
                </a:solidFill>
              </a:defRPr>
            </a:lvl8pPr>
            <a:lvl9pPr lvl="8" algn="ctr">
              <a:lnSpc>
                <a:spcPct val="100000"/>
              </a:lnSpc>
              <a:spcBef>
                <a:spcPts val="0"/>
              </a:spcBef>
              <a:spcAft>
                <a:spcPts val="0"/>
              </a:spcAft>
              <a:buClr>
                <a:schemeClr val="dk1"/>
              </a:buClr>
              <a:buSzPts val="1400"/>
              <a:buNone/>
              <a:defRPr>
                <a:solidFill>
                  <a:schemeClr val="dk1"/>
                </a:solidFill>
              </a:defRPr>
            </a:lvl9pPr>
          </a:lstStyle>
          <a:p>
            <a:endParaRPr/>
          </a:p>
        </p:txBody>
      </p:sp>
      <p:sp>
        <p:nvSpPr>
          <p:cNvPr id="63" name="Google Shape;63;p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hree columns 1">
  <p:cSld name="CUSTOM_6_1">
    <p:spTree>
      <p:nvGrpSpPr>
        <p:cNvPr id="1" name="Shape 64"/>
        <p:cNvGrpSpPr/>
        <p:nvPr/>
      </p:nvGrpSpPr>
      <p:grpSpPr>
        <a:xfrm>
          <a:off x="0" y="0"/>
          <a:ext cx="0" cy="0"/>
          <a:chOff x="0" y="0"/>
          <a:chExt cx="0" cy="0"/>
        </a:xfrm>
      </p:grpSpPr>
      <p:sp>
        <p:nvSpPr>
          <p:cNvPr id="65" name="Google Shape;65;p6"/>
          <p:cNvSpPr/>
          <p:nvPr/>
        </p:nvSpPr>
        <p:spPr>
          <a:xfrm>
            <a:off x="8141975" y="-88657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6" name="Google Shape;66;p6"/>
          <p:cNvGrpSpPr/>
          <p:nvPr/>
        </p:nvGrpSpPr>
        <p:grpSpPr>
          <a:xfrm>
            <a:off x="-725" y="1466925"/>
            <a:ext cx="939900" cy="2326875"/>
            <a:chOff x="-725" y="1466925"/>
            <a:chExt cx="939900" cy="2326875"/>
          </a:xfrm>
        </p:grpSpPr>
        <p:cxnSp>
          <p:nvCxnSpPr>
            <p:cNvPr id="67" name="Google Shape;67;p6"/>
            <p:cNvCxnSpPr/>
            <p:nvPr/>
          </p:nvCxnSpPr>
          <p:spPr>
            <a:xfrm>
              <a:off x="-725" y="1466925"/>
              <a:ext cx="939900" cy="0"/>
            </a:xfrm>
            <a:prstGeom prst="straightConnector1">
              <a:avLst/>
            </a:prstGeom>
            <a:noFill/>
            <a:ln w="19050" cap="flat" cmpd="sng">
              <a:solidFill>
                <a:schemeClr val="dk1"/>
              </a:solidFill>
              <a:prstDash val="solid"/>
              <a:round/>
              <a:headEnd type="none" w="sm" len="sm"/>
              <a:tailEnd type="none" w="sm" len="sm"/>
            </a:ln>
          </p:spPr>
        </p:cxnSp>
        <p:cxnSp>
          <p:nvCxnSpPr>
            <p:cNvPr id="68" name="Google Shape;68;p6"/>
            <p:cNvCxnSpPr/>
            <p:nvPr/>
          </p:nvCxnSpPr>
          <p:spPr>
            <a:xfrm>
              <a:off x="-725" y="2668450"/>
              <a:ext cx="939900" cy="0"/>
            </a:xfrm>
            <a:prstGeom prst="straightConnector1">
              <a:avLst/>
            </a:prstGeom>
            <a:noFill/>
            <a:ln w="19050" cap="flat" cmpd="sng">
              <a:solidFill>
                <a:schemeClr val="dk1"/>
              </a:solidFill>
              <a:prstDash val="solid"/>
              <a:round/>
              <a:headEnd type="none" w="sm" len="sm"/>
              <a:tailEnd type="none" w="sm" len="sm"/>
            </a:ln>
          </p:spPr>
        </p:cxnSp>
        <p:cxnSp>
          <p:nvCxnSpPr>
            <p:cNvPr id="69" name="Google Shape;69;p6"/>
            <p:cNvCxnSpPr/>
            <p:nvPr/>
          </p:nvCxnSpPr>
          <p:spPr>
            <a:xfrm>
              <a:off x="-725" y="3793800"/>
              <a:ext cx="939900" cy="0"/>
            </a:xfrm>
            <a:prstGeom prst="straightConnector1">
              <a:avLst/>
            </a:prstGeom>
            <a:noFill/>
            <a:ln w="19050" cap="flat" cmpd="sng">
              <a:solidFill>
                <a:schemeClr val="dk1"/>
              </a:solidFill>
              <a:prstDash val="solid"/>
              <a:round/>
              <a:headEnd type="none" w="sm" len="sm"/>
              <a:tailEnd type="none" w="sm" len="sm"/>
            </a:ln>
          </p:spPr>
        </p:cxnSp>
      </p:grpSp>
      <p:grpSp>
        <p:nvGrpSpPr>
          <p:cNvPr id="70" name="Google Shape;70;p6"/>
          <p:cNvGrpSpPr/>
          <p:nvPr/>
        </p:nvGrpSpPr>
        <p:grpSpPr>
          <a:xfrm>
            <a:off x="232200" y="232800"/>
            <a:ext cx="8988300" cy="5000100"/>
            <a:chOff x="232200" y="232800"/>
            <a:chExt cx="8988300" cy="5000100"/>
          </a:xfrm>
        </p:grpSpPr>
        <p:sp>
          <p:nvSpPr>
            <p:cNvPr id="71" name="Google Shape;71;p6"/>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72" name="Google Shape;72;p6"/>
            <p:cNvCxnSpPr/>
            <p:nvPr/>
          </p:nvCxnSpPr>
          <p:spPr>
            <a:xfrm rot="10800000">
              <a:off x="8911200" y="232800"/>
              <a:ext cx="309300" cy="0"/>
            </a:xfrm>
            <a:prstGeom prst="straightConnector1">
              <a:avLst/>
            </a:prstGeom>
            <a:noFill/>
            <a:ln w="19050" cap="flat" cmpd="sng">
              <a:solidFill>
                <a:schemeClr val="dk1"/>
              </a:solidFill>
              <a:prstDash val="solid"/>
              <a:round/>
              <a:headEnd type="none" w="sm" len="sm"/>
              <a:tailEnd type="none" w="sm" len="sm"/>
            </a:ln>
          </p:spPr>
        </p:cxnSp>
        <p:cxnSp>
          <p:nvCxnSpPr>
            <p:cNvPr id="73" name="Google Shape;73;p6"/>
            <p:cNvCxnSpPr/>
            <p:nvPr/>
          </p:nvCxnSpPr>
          <p:spPr>
            <a:xfrm>
              <a:off x="233525" y="4917300"/>
              <a:ext cx="0" cy="315600"/>
            </a:xfrm>
            <a:prstGeom prst="straightConnector1">
              <a:avLst/>
            </a:prstGeom>
            <a:noFill/>
            <a:ln w="19050" cap="flat" cmpd="sng">
              <a:solidFill>
                <a:schemeClr val="dk1"/>
              </a:solidFill>
              <a:prstDash val="solid"/>
              <a:round/>
              <a:headEnd type="none" w="sm" len="sm"/>
              <a:tailEnd type="none" w="sm" len="sm"/>
            </a:ln>
          </p:spPr>
        </p:cxnSp>
      </p:grpSp>
      <p:sp>
        <p:nvSpPr>
          <p:cNvPr id="74" name="Google Shape;74;p6"/>
          <p:cNvSpPr txBox="1">
            <a:spLocks noGrp="1"/>
          </p:cNvSpPr>
          <p:nvPr>
            <p:ph type="title"/>
          </p:nvPr>
        </p:nvSpPr>
        <p:spPr>
          <a:xfrm>
            <a:off x="713225" y="445025"/>
            <a:ext cx="77109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75" name="Google Shape;75;p6"/>
          <p:cNvSpPr txBox="1">
            <a:spLocks noGrp="1"/>
          </p:cNvSpPr>
          <p:nvPr>
            <p:ph type="subTitle" idx="1"/>
          </p:nvPr>
        </p:nvSpPr>
        <p:spPr>
          <a:xfrm>
            <a:off x="1731050" y="1640570"/>
            <a:ext cx="6613200" cy="530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atin typeface="Hanken Grotesk"/>
                <a:ea typeface="Hanken Grotesk"/>
                <a:cs typeface="Hanken Grotesk"/>
                <a:sym typeface="Hanken Grotesk"/>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a:endParaRPr/>
          </a:p>
        </p:txBody>
      </p:sp>
      <p:sp>
        <p:nvSpPr>
          <p:cNvPr id="76" name="Google Shape;76;p6"/>
          <p:cNvSpPr txBox="1">
            <a:spLocks noGrp="1"/>
          </p:cNvSpPr>
          <p:nvPr>
            <p:ph type="subTitle" idx="2"/>
          </p:nvPr>
        </p:nvSpPr>
        <p:spPr>
          <a:xfrm>
            <a:off x="1731050" y="2800360"/>
            <a:ext cx="6613200" cy="527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atin typeface="Hanken Grotesk"/>
                <a:ea typeface="Hanken Grotesk"/>
                <a:cs typeface="Hanken Grotesk"/>
                <a:sym typeface="Hanken Grotesk"/>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a:endParaRPr/>
          </a:p>
        </p:txBody>
      </p:sp>
      <p:sp>
        <p:nvSpPr>
          <p:cNvPr id="77" name="Google Shape;77;p6"/>
          <p:cNvSpPr txBox="1">
            <a:spLocks noGrp="1"/>
          </p:cNvSpPr>
          <p:nvPr>
            <p:ph type="subTitle" idx="3"/>
          </p:nvPr>
        </p:nvSpPr>
        <p:spPr>
          <a:xfrm>
            <a:off x="1731050" y="3957450"/>
            <a:ext cx="6613200" cy="527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atin typeface="Hanken Grotesk"/>
                <a:ea typeface="Hanken Grotesk"/>
                <a:cs typeface="Hanken Grotesk"/>
                <a:sym typeface="Hanken Grotesk"/>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a:endParaRPr/>
          </a:p>
        </p:txBody>
      </p:sp>
      <p:sp>
        <p:nvSpPr>
          <p:cNvPr id="78" name="Google Shape;78;p6"/>
          <p:cNvSpPr txBox="1">
            <a:spLocks noGrp="1"/>
          </p:cNvSpPr>
          <p:nvPr>
            <p:ph type="subTitle" idx="4"/>
          </p:nvPr>
        </p:nvSpPr>
        <p:spPr>
          <a:xfrm>
            <a:off x="1731050" y="1241275"/>
            <a:ext cx="6613200" cy="5304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algn="l">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l">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l">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l">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l">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l">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l">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l">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79" name="Google Shape;79;p6"/>
          <p:cNvSpPr txBox="1">
            <a:spLocks noGrp="1"/>
          </p:cNvSpPr>
          <p:nvPr>
            <p:ph type="subTitle" idx="5"/>
          </p:nvPr>
        </p:nvSpPr>
        <p:spPr>
          <a:xfrm>
            <a:off x="1731050" y="2395400"/>
            <a:ext cx="6613200" cy="5277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algn="l">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l">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l">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l">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l">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l">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l">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l">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80" name="Google Shape;80;p6"/>
          <p:cNvSpPr txBox="1">
            <a:spLocks noGrp="1"/>
          </p:cNvSpPr>
          <p:nvPr>
            <p:ph type="subTitle" idx="6"/>
          </p:nvPr>
        </p:nvSpPr>
        <p:spPr>
          <a:xfrm>
            <a:off x="1731050" y="3546826"/>
            <a:ext cx="6613200" cy="5277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algn="l">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l">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l">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l">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l">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l">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l">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l">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81" name="Google Shape;81;p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82"/>
        <p:cNvGrpSpPr/>
        <p:nvPr/>
      </p:nvGrpSpPr>
      <p:grpSpPr>
        <a:xfrm>
          <a:off x="0" y="0"/>
          <a:ext cx="0" cy="0"/>
          <a:chOff x="0" y="0"/>
          <a:chExt cx="0" cy="0"/>
        </a:xfrm>
      </p:grpSpPr>
      <p:sp>
        <p:nvSpPr>
          <p:cNvPr id="83" name="Google Shape;83;p7"/>
          <p:cNvSpPr/>
          <p:nvPr/>
        </p:nvSpPr>
        <p:spPr>
          <a:xfrm>
            <a:off x="-2125550" y="3018625"/>
            <a:ext cx="4243200" cy="42432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4" name="Google Shape;84;p7"/>
          <p:cNvGrpSpPr/>
          <p:nvPr/>
        </p:nvGrpSpPr>
        <p:grpSpPr>
          <a:xfrm>
            <a:off x="727425" y="-29250"/>
            <a:ext cx="8550550" cy="4637825"/>
            <a:chOff x="727425" y="-29250"/>
            <a:chExt cx="8550550" cy="4637825"/>
          </a:xfrm>
        </p:grpSpPr>
        <p:sp>
          <p:nvSpPr>
            <p:cNvPr id="85" name="Google Shape;85;p7"/>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86" name="Google Shape;86;p7"/>
            <p:cNvCxnSpPr/>
            <p:nvPr/>
          </p:nvCxnSpPr>
          <p:spPr>
            <a:xfrm rot="10800000">
              <a:off x="727425" y="-29250"/>
              <a:ext cx="0" cy="562800"/>
            </a:xfrm>
            <a:prstGeom prst="straightConnector1">
              <a:avLst/>
            </a:prstGeom>
            <a:noFill/>
            <a:ln w="19050" cap="flat" cmpd="sng">
              <a:solidFill>
                <a:schemeClr val="dk1"/>
              </a:solidFill>
              <a:prstDash val="solid"/>
              <a:round/>
              <a:headEnd type="none" w="sm" len="sm"/>
              <a:tailEnd type="none" w="sm" len="sm"/>
            </a:ln>
          </p:spPr>
        </p:cxnSp>
        <p:cxnSp>
          <p:nvCxnSpPr>
            <p:cNvPr id="87" name="Google Shape;87;p7"/>
            <p:cNvCxnSpPr/>
            <p:nvPr/>
          </p:nvCxnSpPr>
          <p:spPr>
            <a:xfrm>
              <a:off x="8430775" y="4608575"/>
              <a:ext cx="847200" cy="0"/>
            </a:xfrm>
            <a:prstGeom prst="straightConnector1">
              <a:avLst/>
            </a:prstGeom>
            <a:noFill/>
            <a:ln w="19050" cap="flat" cmpd="sng">
              <a:solidFill>
                <a:schemeClr val="dk1"/>
              </a:solidFill>
              <a:prstDash val="solid"/>
              <a:round/>
              <a:headEnd type="none" w="sm" len="sm"/>
              <a:tailEnd type="none" w="sm" len="sm"/>
            </a:ln>
          </p:spPr>
        </p:cxnSp>
      </p:grpSp>
      <p:sp>
        <p:nvSpPr>
          <p:cNvPr id="88" name="Google Shape;88;p7"/>
          <p:cNvSpPr txBox="1">
            <a:spLocks noGrp="1"/>
          </p:cNvSpPr>
          <p:nvPr>
            <p:ph type="title"/>
          </p:nvPr>
        </p:nvSpPr>
        <p:spPr>
          <a:xfrm>
            <a:off x="2212125" y="2464650"/>
            <a:ext cx="5913900" cy="531900"/>
          </a:xfrm>
          <a:prstGeom prst="rect">
            <a:avLst/>
          </a:prstGeom>
          <a:noFill/>
          <a:ln>
            <a:noFill/>
          </a:ln>
        </p:spPr>
        <p:txBody>
          <a:bodyPr spcFirstLastPara="1" wrap="square" lIns="91425" tIns="91425" rIns="91425" bIns="91425" anchor="t" anchorCtr="0">
            <a:noAutofit/>
          </a:bodyPr>
          <a:lstStyle>
            <a:lvl1pPr lvl="0" algn="r">
              <a:lnSpc>
                <a:spcPct val="115000"/>
              </a:lnSpc>
              <a:spcBef>
                <a:spcPts val="0"/>
              </a:spcBef>
              <a:spcAft>
                <a:spcPts val="0"/>
              </a:spcAft>
              <a:buSzPts val="3000"/>
              <a:buNone/>
              <a:defRPr sz="28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sp>
        <p:nvSpPr>
          <p:cNvPr id="89" name="Google Shape;89;p7"/>
          <p:cNvSpPr txBox="1">
            <a:spLocks noGrp="1"/>
          </p:cNvSpPr>
          <p:nvPr>
            <p:ph type="subTitle" idx="1"/>
          </p:nvPr>
        </p:nvSpPr>
        <p:spPr>
          <a:xfrm>
            <a:off x="2212125" y="838350"/>
            <a:ext cx="5913900" cy="1626300"/>
          </a:xfrm>
          <a:prstGeom prst="rect">
            <a:avLst/>
          </a:prstGeom>
          <a:noFill/>
          <a:ln>
            <a:noFill/>
          </a:ln>
        </p:spPr>
        <p:txBody>
          <a:bodyPr spcFirstLastPara="1" wrap="square" lIns="91425" tIns="91425" rIns="91425" bIns="91425" anchor="b" anchorCtr="0">
            <a:noAutofit/>
          </a:bodyPr>
          <a:lstStyle>
            <a:lvl1pPr lvl="0" algn="r">
              <a:lnSpc>
                <a:spcPct val="115000"/>
              </a:lnSpc>
              <a:spcBef>
                <a:spcPts val="0"/>
              </a:spcBef>
              <a:spcAft>
                <a:spcPts val="0"/>
              </a:spcAft>
              <a:buSzPts val="3000"/>
              <a:buNone/>
              <a:defRPr sz="2500">
                <a:latin typeface="Hanken Grotesk"/>
                <a:ea typeface="Hanken Grotesk"/>
                <a:cs typeface="Hanken Grotesk"/>
                <a:sym typeface="Hanken Grotesk"/>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a:endParaRPr/>
          </a:p>
        </p:txBody>
      </p:sp>
      <p:sp>
        <p:nvSpPr>
          <p:cNvPr id="90" name="Google Shape;90;p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1"/>
        <p:cNvGrpSpPr/>
        <p:nvPr/>
      </p:nvGrpSpPr>
      <p:grpSpPr>
        <a:xfrm>
          <a:off x="0" y="0"/>
          <a:ext cx="0" cy="0"/>
          <a:chOff x="0" y="0"/>
          <a:chExt cx="0" cy="0"/>
        </a:xfrm>
      </p:grpSpPr>
      <p:sp>
        <p:nvSpPr>
          <p:cNvPr id="92" name="Google Shape;92;p8"/>
          <p:cNvSpPr/>
          <p:nvPr/>
        </p:nvSpPr>
        <p:spPr>
          <a:xfrm>
            <a:off x="-3422975" y="0"/>
            <a:ext cx="5143500" cy="5143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3" name="Google Shape;93;p8"/>
          <p:cNvGrpSpPr/>
          <p:nvPr/>
        </p:nvGrpSpPr>
        <p:grpSpPr>
          <a:xfrm>
            <a:off x="727425" y="-382650"/>
            <a:ext cx="7703400" cy="5907300"/>
            <a:chOff x="727425" y="-382650"/>
            <a:chExt cx="7703400" cy="5907300"/>
          </a:xfrm>
        </p:grpSpPr>
        <p:sp>
          <p:nvSpPr>
            <p:cNvPr id="94" name="Google Shape;94;p8"/>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95" name="Google Shape;95;p8"/>
            <p:cNvCxnSpPr/>
            <p:nvPr/>
          </p:nvCxnSpPr>
          <p:spPr>
            <a:xfrm>
              <a:off x="727425" y="4608450"/>
              <a:ext cx="0" cy="916200"/>
            </a:xfrm>
            <a:prstGeom prst="straightConnector1">
              <a:avLst/>
            </a:prstGeom>
            <a:noFill/>
            <a:ln w="19050" cap="flat" cmpd="sng">
              <a:solidFill>
                <a:schemeClr val="dk1"/>
              </a:solidFill>
              <a:prstDash val="solid"/>
              <a:round/>
              <a:headEnd type="none" w="sm" len="sm"/>
              <a:tailEnd type="none" w="sm" len="sm"/>
            </a:ln>
          </p:spPr>
        </p:cxnSp>
        <p:cxnSp>
          <p:nvCxnSpPr>
            <p:cNvPr id="96" name="Google Shape;96;p8"/>
            <p:cNvCxnSpPr/>
            <p:nvPr/>
          </p:nvCxnSpPr>
          <p:spPr>
            <a:xfrm>
              <a:off x="8430775" y="-382650"/>
              <a:ext cx="0" cy="916200"/>
            </a:xfrm>
            <a:prstGeom prst="straightConnector1">
              <a:avLst/>
            </a:prstGeom>
            <a:noFill/>
            <a:ln w="19050" cap="flat" cmpd="sng">
              <a:solidFill>
                <a:schemeClr val="dk1"/>
              </a:solidFill>
              <a:prstDash val="solid"/>
              <a:round/>
              <a:headEnd type="none" w="sm" len="sm"/>
              <a:tailEnd type="none" w="sm" len="sm"/>
            </a:ln>
          </p:spPr>
        </p:cxnSp>
      </p:grpSp>
      <p:sp>
        <p:nvSpPr>
          <p:cNvPr id="97" name="Google Shape;97;p8"/>
          <p:cNvSpPr txBox="1">
            <a:spLocks noGrp="1"/>
          </p:cNvSpPr>
          <p:nvPr>
            <p:ph type="title" hasCustomPrompt="1"/>
          </p:nvPr>
        </p:nvSpPr>
        <p:spPr>
          <a:xfrm>
            <a:off x="2603050" y="1856113"/>
            <a:ext cx="5827800" cy="1024500"/>
          </a:xfrm>
          <a:prstGeom prst="rect">
            <a:avLst/>
          </a:prstGeom>
          <a:solidFill>
            <a:schemeClr val="dk1"/>
          </a:solidFill>
          <a:ln>
            <a:noFill/>
          </a:ln>
        </p:spPr>
        <p:txBody>
          <a:bodyPr spcFirstLastPara="1" wrap="square" lIns="91425" tIns="91425" rIns="91425" bIns="91425" anchor="ctr" anchorCtr="0">
            <a:noAutofit/>
          </a:bodyPr>
          <a:lstStyle>
            <a:lvl1pPr lvl="0" algn="l">
              <a:lnSpc>
                <a:spcPct val="115000"/>
              </a:lnSpc>
              <a:spcBef>
                <a:spcPts val="0"/>
              </a:spcBef>
              <a:spcAft>
                <a:spcPts val="0"/>
              </a:spcAft>
              <a:buSzPts val="9600"/>
              <a:buNone/>
              <a:defRPr sz="4900">
                <a:solidFill>
                  <a:schemeClr val="lt1"/>
                </a:solidFill>
              </a:defRPr>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98" name="Google Shape;98;p8"/>
          <p:cNvSpPr txBox="1">
            <a:spLocks noGrp="1"/>
          </p:cNvSpPr>
          <p:nvPr>
            <p:ph type="subTitle" idx="1"/>
          </p:nvPr>
        </p:nvSpPr>
        <p:spPr>
          <a:xfrm>
            <a:off x="2603050" y="2880588"/>
            <a:ext cx="5827800" cy="4053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600"/>
              <a:buNone/>
              <a:defRPr>
                <a:latin typeface="Hanken Grotesk"/>
                <a:ea typeface="Hanken Grotesk"/>
                <a:cs typeface="Hanken Grotesk"/>
                <a:sym typeface="Hanken Grotesk"/>
              </a:defRPr>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sp>
        <p:nvSpPr>
          <p:cNvPr id="99" name="Google Shape;99;p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Numbers and text">
  <p:cSld name="CUSTOM_8_1">
    <p:spTree>
      <p:nvGrpSpPr>
        <p:cNvPr id="1" name="Shape 100"/>
        <p:cNvGrpSpPr/>
        <p:nvPr/>
      </p:nvGrpSpPr>
      <p:grpSpPr>
        <a:xfrm>
          <a:off x="0" y="0"/>
          <a:ext cx="0" cy="0"/>
          <a:chOff x="0" y="0"/>
          <a:chExt cx="0" cy="0"/>
        </a:xfrm>
      </p:grpSpPr>
      <p:sp>
        <p:nvSpPr>
          <p:cNvPr id="101" name="Google Shape;101;p9"/>
          <p:cNvSpPr/>
          <p:nvPr/>
        </p:nvSpPr>
        <p:spPr>
          <a:xfrm>
            <a:off x="6309175" y="2486975"/>
            <a:ext cx="4243200" cy="42432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2" name="Google Shape;102;p9"/>
          <p:cNvGrpSpPr/>
          <p:nvPr/>
        </p:nvGrpSpPr>
        <p:grpSpPr>
          <a:xfrm>
            <a:off x="-69525" y="539500"/>
            <a:ext cx="9455500" cy="4069200"/>
            <a:chOff x="-69525" y="539500"/>
            <a:chExt cx="9455500" cy="4069200"/>
          </a:xfrm>
        </p:grpSpPr>
        <p:grpSp>
          <p:nvGrpSpPr>
            <p:cNvPr id="103" name="Google Shape;103;p9"/>
            <p:cNvGrpSpPr/>
            <p:nvPr/>
          </p:nvGrpSpPr>
          <p:grpSpPr>
            <a:xfrm>
              <a:off x="713225" y="539500"/>
              <a:ext cx="8672750" cy="4069200"/>
              <a:chOff x="713225" y="539500"/>
              <a:chExt cx="8672750" cy="4069200"/>
            </a:xfrm>
          </p:grpSpPr>
          <p:sp>
            <p:nvSpPr>
              <p:cNvPr id="104" name="Google Shape;104;p9"/>
              <p:cNvSpPr/>
              <p:nvPr/>
            </p:nvSpPr>
            <p:spPr>
              <a:xfrm>
                <a:off x="713225" y="539500"/>
                <a:ext cx="7717500" cy="40692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05" name="Google Shape;105;p9"/>
              <p:cNvCxnSpPr/>
              <p:nvPr/>
            </p:nvCxnSpPr>
            <p:spPr>
              <a:xfrm>
                <a:off x="8407675" y="4608575"/>
                <a:ext cx="978300" cy="0"/>
              </a:xfrm>
              <a:prstGeom prst="straightConnector1">
                <a:avLst/>
              </a:prstGeom>
              <a:noFill/>
              <a:ln w="19050" cap="flat" cmpd="sng">
                <a:solidFill>
                  <a:schemeClr val="dk1"/>
                </a:solidFill>
                <a:prstDash val="solid"/>
                <a:round/>
                <a:headEnd type="none" w="sm" len="sm"/>
                <a:tailEnd type="none" w="sm" len="sm"/>
              </a:ln>
            </p:spPr>
          </p:cxnSp>
        </p:grpSp>
        <p:cxnSp>
          <p:nvCxnSpPr>
            <p:cNvPr id="106" name="Google Shape;106;p9"/>
            <p:cNvCxnSpPr/>
            <p:nvPr/>
          </p:nvCxnSpPr>
          <p:spPr>
            <a:xfrm rot="10800000">
              <a:off x="-69525" y="539500"/>
              <a:ext cx="789000" cy="0"/>
            </a:xfrm>
            <a:prstGeom prst="straightConnector1">
              <a:avLst/>
            </a:prstGeom>
            <a:noFill/>
            <a:ln w="19050" cap="flat" cmpd="sng">
              <a:solidFill>
                <a:schemeClr val="dk1"/>
              </a:solidFill>
              <a:prstDash val="solid"/>
              <a:round/>
              <a:headEnd type="none" w="sm" len="sm"/>
              <a:tailEnd type="none" w="sm" len="sm"/>
            </a:ln>
          </p:spPr>
        </p:cxnSp>
      </p:grpSp>
      <p:sp>
        <p:nvSpPr>
          <p:cNvPr id="107" name="Google Shape;107;p9"/>
          <p:cNvSpPr txBox="1">
            <a:spLocks noGrp="1"/>
          </p:cNvSpPr>
          <p:nvPr>
            <p:ph type="title"/>
          </p:nvPr>
        </p:nvSpPr>
        <p:spPr>
          <a:xfrm>
            <a:off x="707575" y="539500"/>
            <a:ext cx="4051200" cy="768900"/>
          </a:xfrm>
          <a:prstGeom prst="rect">
            <a:avLst/>
          </a:prstGeom>
          <a:solidFill>
            <a:schemeClr val="dk1"/>
          </a:solidFill>
          <a:ln>
            <a:noFill/>
          </a:ln>
        </p:spPr>
        <p:txBody>
          <a:bodyPr spcFirstLastPara="1" wrap="square" lIns="91425" tIns="91425" rIns="91425" bIns="91425" anchor="ctr" anchorCtr="0">
            <a:noAutofit/>
          </a:bodyPr>
          <a:lstStyle>
            <a:lvl1pPr lvl="0" algn="l">
              <a:lnSpc>
                <a:spcPct val="115000"/>
              </a:lnSpc>
              <a:spcBef>
                <a:spcPts val="0"/>
              </a:spcBef>
              <a:spcAft>
                <a:spcPts val="0"/>
              </a:spcAft>
              <a:buClr>
                <a:schemeClr val="lt1"/>
              </a:buClr>
              <a:buSzPts val="6000"/>
              <a:buNone/>
              <a:defRPr sz="3700">
                <a:solidFill>
                  <a:schemeClr val="lt1"/>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108" name="Google Shape;108;p9"/>
          <p:cNvSpPr txBox="1">
            <a:spLocks noGrp="1"/>
          </p:cNvSpPr>
          <p:nvPr>
            <p:ph type="subTitle" idx="1"/>
          </p:nvPr>
        </p:nvSpPr>
        <p:spPr>
          <a:xfrm>
            <a:off x="707575" y="1308392"/>
            <a:ext cx="4051200" cy="410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Clr>
                <a:schemeClr val="dk1"/>
              </a:buClr>
              <a:buSzPts val="2400"/>
              <a:buNone/>
              <a:defRPr>
                <a:solidFill>
                  <a:schemeClr val="dk1"/>
                </a:solidFill>
                <a:latin typeface="Hanken Grotesk"/>
                <a:ea typeface="Hanken Grotesk"/>
                <a:cs typeface="Hanken Grotesk"/>
                <a:sym typeface="Hanken Grotesk"/>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109" name="Google Shape;109;p9"/>
          <p:cNvSpPr txBox="1">
            <a:spLocks noGrp="1"/>
          </p:cNvSpPr>
          <p:nvPr>
            <p:ph type="title" idx="2"/>
          </p:nvPr>
        </p:nvSpPr>
        <p:spPr>
          <a:xfrm>
            <a:off x="707575" y="1901349"/>
            <a:ext cx="4051200" cy="768900"/>
          </a:xfrm>
          <a:prstGeom prst="rect">
            <a:avLst/>
          </a:prstGeom>
          <a:solidFill>
            <a:schemeClr val="dk1"/>
          </a:solidFill>
          <a:ln>
            <a:noFill/>
          </a:ln>
        </p:spPr>
        <p:txBody>
          <a:bodyPr spcFirstLastPara="1" wrap="square" lIns="91425" tIns="91425" rIns="91425" bIns="91425" anchor="ctr" anchorCtr="0">
            <a:noAutofit/>
          </a:bodyPr>
          <a:lstStyle>
            <a:lvl1pPr lvl="0" algn="l">
              <a:lnSpc>
                <a:spcPct val="115000"/>
              </a:lnSpc>
              <a:spcBef>
                <a:spcPts val="0"/>
              </a:spcBef>
              <a:spcAft>
                <a:spcPts val="0"/>
              </a:spcAft>
              <a:buClr>
                <a:schemeClr val="lt1"/>
              </a:buClr>
              <a:buSzPts val="6000"/>
              <a:buNone/>
              <a:defRPr sz="3700">
                <a:solidFill>
                  <a:schemeClr val="lt1"/>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110" name="Google Shape;110;p9"/>
          <p:cNvSpPr txBox="1">
            <a:spLocks noGrp="1"/>
          </p:cNvSpPr>
          <p:nvPr>
            <p:ph type="subTitle" idx="3"/>
          </p:nvPr>
        </p:nvSpPr>
        <p:spPr>
          <a:xfrm>
            <a:off x="707575" y="2670245"/>
            <a:ext cx="4051200" cy="410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Clr>
                <a:schemeClr val="dk1"/>
              </a:buClr>
              <a:buSzPts val="2400"/>
              <a:buNone/>
              <a:defRPr>
                <a:solidFill>
                  <a:schemeClr val="dk1"/>
                </a:solidFill>
                <a:latin typeface="Hanken Grotesk"/>
                <a:ea typeface="Hanken Grotesk"/>
                <a:cs typeface="Hanken Grotesk"/>
                <a:sym typeface="Hanken Grotesk"/>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111" name="Google Shape;111;p9"/>
          <p:cNvSpPr txBox="1">
            <a:spLocks noGrp="1"/>
          </p:cNvSpPr>
          <p:nvPr>
            <p:ph type="title" idx="4"/>
          </p:nvPr>
        </p:nvSpPr>
        <p:spPr>
          <a:xfrm>
            <a:off x="707575" y="3263198"/>
            <a:ext cx="4051200" cy="768900"/>
          </a:xfrm>
          <a:prstGeom prst="rect">
            <a:avLst/>
          </a:prstGeom>
          <a:solidFill>
            <a:schemeClr val="dk1"/>
          </a:solidFill>
          <a:ln>
            <a:noFill/>
          </a:ln>
        </p:spPr>
        <p:txBody>
          <a:bodyPr spcFirstLastPara="1" wrap="square" lIns="91425" tIns="91425" rIns="91425" bIns="91425" anchor="ctr" anchorCtr="0">
            <a:noAutofit/>
          </a:bodyPr>
          <a:lstStyle>
            <a:lvl1pPr lvl="0" algn="l">
              <a:lnSpc>
                <a:spcPct val="115000"/>
              </a:lnSpc>
              <a:spcBef>
                <a:spcPts val="0"/>
              </a:spcBef>
              <a:spcAft>
                <a:spcPts val="0"/>
              </a:spcAft>
              <a:buClr>
                <a:schemeClr val="lt1"/>
              </a:buClr>
              <a:buSzPts val="6000"/>
              <a:buNone/>
              <a:defRPr sz="3700">
                <a:solidFill>
                  <a:schemeClr val="lt1"/>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a:endParaRPr/>
          </a:p>
        </p:txBody>
      </p:sp>
      <p:sp>
        <p:nvSpPr>
          <p:cNvPr id="112" name="Google Shape;112;p9"/>
          <p:cNvSpPr txBox="1">
            <a:spLocks noGrp="1"/>
          </p:cNvSpPr>
          <p:nvPr>
            <p:ph type="subTitle" idx="5"/>
          </p:nvPr>
        </p:nvSpPr>
        <p:spPr>
          <a:xfrm>
            <a:off x="707575" y="4032098"/>
            <a:ext cx="4051200" cy="410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Clr>
                <a:schemeClr val="dk1"/>
              </a:buClr>
              <a:buSzPts val="2400"/>
              <a:buNone/>
              <a:defRPr>
                <a:solidFill>
                  <a:schemeClr val="dk1"/>
                </a:solidFill>
                <a:latin typeface="Hanken Grotesk"/>
                <a:ea typeface="Hanken Grotesk"/>
                <a:cs typeface="Hanken Grotesk"/>
                <a:sym typeface="Hanken Grotesk"/>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113" name="Google Shape;113;p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p:cSld name="CUSTOM_9">
    <p:spTree>
      <p:nvGrpSpPr>
        <p:cNvPr id="1" name="Shape 114"/>
        <p:cNvGrpSpPr/>
        <p:nvPr/>
      </p:nvGrpSpPr>
      <p:grpSpPr>
        <a:xfrm>
          <a:off x="0" y="0"/>
          <a:ext cx="0" cy="0"/>
          <a:chOff x="0" y="0"/>
          <a:chExt cx="0" cy="0"/>
        </a:xfrm>
      </p:grpSpPr>
      <p:sp>
        <p:nvSpPr>
          <p:cNvPr id="115" name="Google Shape;115;p10"/>
          <p:cNvSpPr/>
          <p:nvPr/>
        </p:nvSpPr>
        <p:spPr>
          <a:xfrm>
            <a:off x="35528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6" name="Google Shape;116;p10"/>
          <p:cNvGrpSpPr/>
          <p:nvPr/>
        </p:nvGrpSpPr>
        <p:grpSpPr>
          <a:xfrm>
            <a:off x="-50475" y="232800"/>
            <a:ext cx="8961675" cy="4684500"/>
            <a:chOff x="-50475" y="232800"/>
            <a:chExt cx="8961675" cy="4684500"/>
          </a:xfrm>
        </p:grpSpPr>
        <p:sp>
          <p:nvSpPr>
            <p:cNvPr id="117" name="Google Shape;117;p10"/>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18" name="Google Shape;118;p10"/>
            <p:cNvCxnSpPr/>
            <p:nvPr/>
          </p:nvCxnSpPr>
          <p:spPr>
            <a:xfrm rot="10800000">
              <a:off x="-50475" y="232800"/>
              <a:ext cx="309300" cy="0"/>
            </a:xfrm>
            <a:prstGeom prst="straightConnector1">
              <a:avLst/>
            </a:prstGeom>
            <a:noFill/>
            <a:ln w="19050" cap="flat" cmpd="sng">
              <a:solidFill>
                <a:schemeClr val="dk1"/>
              </a:solidFill>
              <a:prstDash val="solid"/>
              <a:round/>
              <a:headEnd type="none" w="sm" len="sm"/>
              <a:tailEnd type="none" w="sm" len="sm"/>
            </a:ln>
          </p:spPr>
        </p:cxnSp>
      </p:grpSp>
      <p:sp>
        <p:nvSpPr>
          <p:cNvPr id="119" name="Google Shape;119;p10"/>
          <p:cNvSpPr txBox="1">
            <a:spLocks noGrp="1"/>
          </p:cNvSpPr>
          <p:nvPr>
            <p:ph type="title"/>
          </p:nvPr>
        </p:nvSpPr>
        <p:spPr>
          <a:xfrm>
            <a:off x="720000" y="1203900"/>
            <a:ext cx="3198300" cy="1502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sz="28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120" name="Google Shape;120;p10"/>
          <p:cNvSpPr txBox="1">
            <a:spLocks noGrp="1"/>
          </p:cNvSpPr>
          <p:nvPr>
            <p:ph type="subTitle" idx="1"/>
          </p:nvPr>
        </p:nvSpPr>
        <p:spPr>
          <a:xfrm>
            <a:off x="720000" y="2706062"/>
            <a:ext cx="3198300" cy="14616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a:latin typeface="Hanken Grotesk"/>
                <a:ea typeface="Hanken Grotesk"/>
                <a:cs typeface="Hanken Grotesk"/>
                <a:sym typeface="Hanken Grotesk"/>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1" name="Google Shape;121;p10"/>
          <p:cNvSpPr>
            <a:spLocks noGrp="1"/>
          </p:cNvSpPr>
          <p:nvPr>
            <p:ph type="pic" idx="2"/>
          </p:nvPr>
        </p:nvSpPr>
        <p:spPr>
          <a:xfrm>
            <a:off x="4494050" y="0"/>
            <a:ext cx="4650000" cy="5143500"/>
          </a:xfrm>
          <a:prstGeom prst="rect">
            <a:avLst/>
          </a:prstGeom>
          <a:noFill/>
          <a:ln w="19050" cap="flat" cmpd="sng">
            <a:solidFill>
              <a:schemeClr val="dk1"/>
            </a:solidFill>
            <a:prstDash val="solid"/>
            <a:round/>
            <a:headEnd type="none" w="sm" len="sm"/>
            <a:tailEnd type="none" w="sm" len="sm"/>
          </a:ln>
        </p:spPr>
      </p:sp>
      <p:sp>
        <p:nvSpPr>
          <p:cNvPr id="122" name="Google Shape;122;p1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23"/>
        <p:cNvGrpSpPr/>
        <p:nvPr/>
      </p:nvGrpSpPr>
      <p:grpSpPr>
        <a:xfrm>
          <a:off x="0" y="0"/>
          <a:ext cx="0" cy="0"/>
          <a:chOff x="0" y="0"/>
          <a:chExt cx="0" cy="0"/>
        </a:xfrm>
      </p:grpSpPr>
      <p:sp>
        <p:nvSpPr>
          <p:cNvPr id="124" name="Google Shape;124;p11"/>
          <p:cNvSpPr>
            <a:spLocks noGrp="1"/>
          </p:cNvSpPr>
          <p:nvPr>
            <p:ph type="pic" idx="2"/>
          </p:nvPr>
        </p:nvSpPr>
        <p:spPr>
          <a:xfrm>
            <a:off x="0" y="0"/>
            <a:ext cx="9144000" cy="5143500"/>
          </a:xfrm>
          <a:prstGeom prst="rect">
            <a:avLst/>
          </a:prstGeom>
          <a:noFill/>
          <a:ln>
            <a:noFill/>
          </a:ln>
        </p:spPr>
      </p:sp>
      <p:sp>
        <p:nvSpPr>
          <p:cNvPr id="125" name="Google Shape;125;p11"/>
          <p:cNvSpPr txBox="1">
            <a:spLocks noGrp="1"/>
          </p:cNvSpPr>
          <p:nvPr>
            <p:ph type="title"/>
          </p:nvPr>
        </p:nvSpPr>
        <p:spPr>
          <a:xfrm>
            <a:off x="720000" y="4045175"/>
            <a:ext cx="7710900" cy="5634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15000"/>
              </a:lnSpc>
              <a:spcBef>
                <a:spcPts val="0"/>
              </a:spcBef>
              <a:spcAft>
                <a:spcPts val="0"/>
              </a:spcAft>
              <a:buSzPts val="28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a:endParaRPr/>
          </a:p>
        </p:txBody>
      </p:sp>
      <p:sp>
        <p:nvSpPr>
          <p:cNvPr id="126" name="Google Shape;126;p1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27"/>
        <p:cNvGrpSpPr/>
        <p:nvPr/>
      </p:nvGrpSpPr>
      <p:grpSpPr>
        <a:xfrm>
          <a:off x="0" y="0"/>
          <a:ext cx="0" cy="0"/>
          <a:chOff x="0" y="0"/>
          <a:chExt cx="0" cy="0"/>
        </a:xfrm>
      </p:grpSpPr>
      <p:sp>
        <p:nvSpPr>
          <p:cNvPr id="128" name="Google Shape;128;p12"/>
          <p:cNvSpPr/>
          <p:nvPr/>
        </p:nvSpPr>
        <p:spPr>
          <a:xfrm>
            <a:off x="2007375" y="2776900"/>
            <a:ext cx="5143500" cy="5143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9" name="Google Shape;129;p12"/>
          <p:cNvGrpSpPr/>
          <p:nvPr/>
        </p:nvGrpSpPr>
        <p:grpSpPr>
          <a:xfrm>
            <a:off x="-25" y="533550"/>
            <a:ext cx="9270975" cy="4075025"/>
            <a:chOff x="-25" y="533550"/>
            <a:chExt cx="9270975" cy="4075025"/>
          </a:xfrm>
        </p:grpSpPr>
        <p:sp>
          <p:nvSpPr>
            <p:cNvPr id="130" name="Google Shape;130;p12"/>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3800"/>
                <a:buFont typeface="Arial"/>
                <a:buNone/>
              </a:pPr>
              <a:endParaRPr sz="3800" b="0" i="0" u="none" strike="noStrike" cap="none">
                <a:solidFill>
                  <a:schemeClr val="dk1"/>
                </a:solidFill>
                <a:latin typeface="Figtree Black"/>
                <a:ea typeface="Figtree Black"/>
                <a:cs typeface="Figtree Black"/>
                <a:sym typeface="Figtree Black"/>
              </a:endParaRPr>
            </a:p>
          </p:txBody>
        </p:sp>
        <p:cxnSp>
          <p:nvCxnSpPr>
            <p:cNvPr id="131" name="Google Shape;131;p12"/>
            <p:cNvCxnSpPr/>
            <p:nvPr/>
          </p:nvCxnSpPr>
          <p:spPr>
            <a:xfrm rot="10800000">
              <a:off x="8430950" y="533550"/>
              <a:ext cx="840000" cy="0"/>
            </a:xfrm>
            <a:prstGeom prst="straightConnector1">
              <a:avLst/>
            </a:prstGeom>
            <a:noFill/>
            <a:ln w="19050" cap="flat" cmpd="sng">
              <a:solidFill>
                <a:schemeClr val="dk1"/>
              </a:solidFill>
              <a:prstDash val="solid"/>
              <a:round/>
              <a:headEnd type="none" w="sm" len="sm"/>
              <a:tailEnd type="none" w="sm" len="sm"/>
            </a:ln>
          </p:spPr>
        </p:cxnSp>
        <p:cxnSp>
          <p:nvCxnSpPr>
            <p:cNvPr id="132" name="Google Shape;132;p12"/>
            <p:cNvCxnSpPr/>
            <p:nvPr/>
          </p:nvCxnSpPr>
          <p:spPr>
            <a:xfrm rot="10800000">
              <a:off x="-25" y="4608575"/>
              <a:ext cx="740700" cy="0"/>
            </a:xfrm>
            <a:prstGeom prst="straightConnector1">
              <a:avLst/>
            </a:prstGeom>
            <a:noFill/>
            <a:ln w="19050" cap="flat" cmpd="sng">
              <a:solidFill>
                <a:schemeClr val="dk1"/>
              </a:solidFill>
              <a:prstDash val="solid"/>
              <a:round/>
              <a:headEnd type="none" w="sm" len="sm"/>
              <a:tailEnd type="none" w="sm" len="sm"/>
            </a:ln>
          </p:spPr>
        </p:cxnSp>
      </p:grpSp>
      <p:sp>
        <p:nvSpPr>
          <p:cNvPr id="133" name="Google Shape;133;p12"/>
          <p:cNvSpPr txBox="1">
            <a:spLocks noGrp="1"/>
          </p:cNvSpPr>
          <p:nvPr>
            <p:ph type="title"/>
          </p:nvPr>
        </p:nvSpPr>
        <p:spPr>
          <a:xfrm>
            <a:off x="1644450" y="1733400"/>
            <a:ext cx="5855100" cy="760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800"/>
              <a:buNone/>
              <a:defRPr sz="43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34" name="Google Shape;134;p1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2">
  <p:cSld name="CUSTOM_11_1">
    <p:spTree>
      <p:nvGrpSpPr>
        <p:cNvPr id="1" name="Shape 135"/>
        <p:cNvGrpSpPr/>
        <p:nvPr/>
      </p:nvGrpSpPr>
      <p:grpSpPr>
        <a:xfrm>
          <a:off x="0" y="0"/>
          <a:ext cx="0" cy="0"/>
          <a:chOff x="0" y="0"/>
          <a:chExt cx="0" cy="0"/>
        </a:xfrm>
      </p:grpSpPr>
      <p:sp>
        <p:nvSpPr>
          <p:cNvPr id="136" name="Google Shape;136;p13"/>
          <p:cNvSpPr/>
          <p:nvPr/>
        </p:nvSpPr>
        <p:spPr>
          <a:xfrm>
            <a:off x="-9243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7" name="Google Shape;137;p13"/>
          <p:cNvGrpSpPr/>
          <p:nvPr/>
        </p:nvGrpSpPr>
        <p:grpSpPr>
          <a:xfrm>
            <a:off x="232200" y="232800"/>
            <a:ext cx="8988300" cy="4964300"/>
            <a:chOff x="232200" y="232800"/>
            <a:chExt cx="8988300" cy="4964300"/>
          </a:xfrm>
        </p:grpSpPr>
        <p:sp>
          <p:nvSpPr>
            <p:cNvPr id="138" name="Google Shape;138;p13"/>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39" name="Google Shape;139;p13"/>
            <p:cNvCxnSpPr/>
            <p:nvPr/>
          </p:nvCxnSpPr>
          <p:spPr>
            <a:xfrm rot="10800000">
              <a:off x="8911200" y="232800"/>
              <a:ext cx="309300" cy="0"/>
            </a:xfrm>
            <a:prstGeom prst="straightConnector1">
              <a:avLst/>
            </a:prstGeom>
            <a:noFill/>
            <a:ln w="19050" cap="flat" cmpd="sng">
              <a:solidFill>
                <a:schemeClr val="dk1"/>
              </a:solidFill>
              <a:prstDash val="solid"/>
              <a:round/>
              <a:headEnd type="none" w="sm" len="sm"/>
              <a:tailEnd type="none" w="sm" len="sm"/>
            </a:ln>
          </p:spPr>
        </p:cxnSp>
        <p:cxnSp>
          <p:nvCxnSpPr>
            <p:cNvPr id="140" name="Google Shape;140;p13"/>
            <p:cNvCxnSpPr/>
            <p:nvPr/>
          </p:nvCxnSpPr>
          <p:spPr>
            <a:xfrm rot="10800000">
              <a:off x="232200" y="4890500"/>
              <a:ext cx="0" cy="306600"/>
            </a:xfrm>
            <a:prstGeom prst="straightConnector1">
              <a:avLst/>
            </a:prstGeom>
            <a:noFill/>
            <a:ln w="19050" cap="flat" cmpd="sng">
              <a:solidFill>
                <a:schemeClr val="dk1"/>
              </a:solidFill>
              <a:prstDash val="solid"/>
              <a:round/>
              <a:headEnd type="none" w="sm" len="sm"/>
              <a:tailEnd type="none" w="sm" len="sm"/>
            </a:ln>
          </p:spPr>
        </p:cxnSp>
      </p:grpSp>
      <p:sp>
        <p:nvSpPr>
          <p:cNvPr id="141" name="Google Shape;141;p13"/>
          <p:cNvSpPr txBox="1">
            <a:spLocks noGrp="1"/>
          </p:cNvSpPr>
          <p:nvPr>
            <p:ph type="title"/>
          </p:nvPr>
        </p:nvSpPr>
        <p:spPr>
          <a:xfrm>
            <a:off x="722376" y="445025"/>
            <a:ext cx="77085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sz="2800"/>
            </a:lvl1pPr>
            <a:lvl2pPr lvl="1" algn="l">
              <a:lnSpc>
                <a:spcPct val="100000"/>
              </a:lnSpc>
              <a:spcBef>
                <a:spcPts val="0"/>
              </a:spcBef>
              <a:spcAft>
                <a:spcPts val="0"/>
              </a:spcAft>
              <a:buSzPts val="3000"/>
              <a:buNone/>
              <a:defRPr>
                <a:latin typeface="Lato"/>
                <a:ea typeface="Lato"/>
                <a:cs typeface="Lato"/>
                <a:sym typeface="Lato"/>
              </a:defRPr>
            </a:lvl2pPr>
            <a:lvl3pPr lvl="2" algn="l">
              <a:lnSpc>
                <a:spcPct val="100000"/>
              </a:lnSpc>
              <a:spcBef>
                <a:spcPts val="0"/>
              </a:spcBef>
              <a:spcAft>
                <a:spcPts val="0"/>
              </a:spcAft>
              <a:buSzPts val="3000"/>
              <a:buNone/>
              <a:defRPr>
                <a:latin typeface="Lato"/>
                <a:ea typeface="Lato"/>
                <a:cs typeface="Lato"/>
                <a:sym typeface="Lato"/>
              </a:defRPr>
            </a:lvl3pPr>
            <a:lvl4pPr lvl="3" algn="l">
              <a:lnSpc>
                <a:spcPct val="100000"/>
              </a:lnSpc>
              <a:spcBef>
                <a:spcPts val="0"/>
              </a:spcBef>
              <a:spcAft>
                <a:spcPts val="0"/>
              </a:spcAft>
              <a:buSzPts val="3000"/>
              <a:buNone/>
              <a:defRPr>
                <a:latin typeface="Lato"/>
                <a:ea typeface="Lato"/>
                <a:cs typeface="Lato"/>
                <a:sym typeface="Lato"/>
              </a:defRPr>
            </a:lvl4pPr>
            <a:lvl5pPr lvl="4" algn="l">
              <a:lnSpc>
                <a:spcPct val="100000"/>
              </a:lnSpc>
              <a:spcBef>
                <a:spcPts val="0"/>
              </a:spcBef>
              <a:spcAft>
                <a:spcPts val="0"/>
              </a:spcAft>
              <a:buSzPts val="3000"/>
              <a:buNone/>
              <a:defRPr>
                <a:latin typeface="Lato"/>
                <a:ea typeface="Lato"/>
                <a:cs typeface="Lato"/>
                <a:sym typeface="Lato"/>
              </a:defRPr>
            </a:lvl5pPr>
            <a:lvl6pPr lvl="5" algn="l">
              <a:lnSpc>
                <a:spcPct val="100000"/>
              </a:lnSpc>
              <a:spcBef>
                <a:spcPts val="0"/>
              </a:spcBef>
              <a:spcAft>
                <a:spcPts val="0"/>
              </a:spcAft>
              <a:buSzPts val="3000"/>
              <a:buNone/>
              <a:defRPr>
                <a:latin typeface="Lato"/>
                <a:ea typeface="Lato"/>
                <a:cs typeface="Lato"/>
                <a:sym typeface="Lato"/>
              </a:defRPr>
            </a:lvl6pPr>
            <a:lvl7pPr lvl="6" algn="l">
              <a:lnSpc>
                <a:spcPct val="100000"/>
              </a:lnSpc>
              <a:spcBef>
                <a:spcPts val="0"/>
              </a:spcBef>
              <a:spcAft>
                <a:spcPts val="0"/>
              </a:spcAft>
              <a:buSzPts val="3000"/>
              <a:buNone/>
              <a:defRPr>
                <a:latin typeface="Lato"/>
                <a:ea typeface="Lato"/>
                <a:cs typeface="Lato"/>
                <a:sym typeface="Lato"/>
              </a:defRPr>
            </a:lvl7pPr>
            <a:lvl8pPr lvl="7" algn="l">
              <a:lnSpc>
                <a:spcPct val="100000"/>
              </a:lnSpc>
              <a:spcBef>
                <a:spcPts val="0"/>
              </a:spcBef>
              <a:spcAft>
                <a:spcPts val="0"/>
              </a:spcAft>
              <a:buSzPts val="3000"/>
              <a:buNone/>
              <a:defRPr>
                <a:latin typeface="Lato"/>
                <a:ea typeface="Lato"/>
                <a:cs typeface="Lato"/>
                <a:sym typeface="Lato"/>
              </a:defRPr>
            </a:lvl8pPr>
            <a:lvl9pPr lvl="8" algn="l">
              <a:lnSpc>
                <a:spcPct val="100000"/>
              </a:lnSpc>
              <a:spcBef>
                <a:spcPts val="0"/>
              </a:spcBef>
              <a:spcAft>
                <a:spcPts val="0"/>
              </a:spcAft>
              <a:buSzPts val="3000"/>
              <a:buNone/>
              <a:defRPr>
                <a:latin typeface="Lato"/>
                <a:ea typeface="Lato"/>
                <a:cs typeface="Lato"/>
                <a:sym typeface="Lato"/>
              </a:defRPr>
            </a:lvl9pPr>
          </a:lstStyle>
          <a:p>
            <a:endParaRPr/>
          </a:p>
        </p:txBody>
      </p:sp>
      <p:sp>
        <p:nvSpPr>
          <p:cNvPr id="142" name="Google Shape;142;p1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hree columns 2">
  <p:cSld name="CUSTOM_6_1_1">
    <p:spTree>
      <p:nvGrpSpPr>
        <p:cNvPr id="1" name="Shape 143"/>
        <p:cNvGrpSpPr/>
        <p:nvPr/>
      </p:nvGrpSpPr>
      <p:grpSpPr>
        <a:xfrm>
          <a:off x="0" y="0"/>
          <a:ext cx="0" cy="0"/>
          <a:chOff x="0" y="0"/>
          <a:chExt cx="0" cy="0"/>
        </a:xfrm>
      </p:grpSpPr>
      <p:sp>
        <p:nvSpPr>
          <p:cNvPr id="144" name="Google Shape;144;p14"/>
          <p:cNvSpPr/>
          <p:nvPr/>
        </p:nvSpPr>
        <p:spPr>
          <a:xfrm>
            <a:off x="8240650" y="-9265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5" name="Google Shape;145;p14"/>
          <p:cNvGrpSpPr/>
          <p:nvPr/>
        </p:nvGrpSpPr>
        <p:grpSpPr>
          <a:xfrm>
            <a:off x="232200" y="-60100"/>
            <a:ext cx="9070200" cy="4977400"/>
            <a:chOff x="232200" y="-60100"/>
            <a:chExt cx="9070200" cy="4977400"/>
          </a:xfrm>
        </p:grpSpPr>
        <p:sp>
          <p:nvSpPr>
            <p:cNvPr id="146" name="Google Shape;146;p14"/>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47" name="Google Shape;147;p14"/>
            <p:cNvCxnSpPr/>
            <p:nvPr/>
          </p:nvCxnSpPr>
          <p:spPr>
            <a:xfrm rot="10800000">
              <a:off x="232200" y="-60100"/>
              <a:ext cx="0" cy="296700"/>
            </a:xfrm>
            <a:prstGeom prst="straightConnector1">
              <a:avLst/>
            </a:prstGeom>
            <a:noFill/>
            <a:ln w="19050" cap="flat" cmpd="sng">
              <a:solidFill>
                <a:schemeClr val="dk1"/>
              </a:solidFill>
              <a:prstDash val="solid"/>
              <a:round/>
              <a:headEnd type="none" w="sm" len="sm"/>
              <a:tailEnd type="none" w="sm" len="sm"/>
            </a:ln>
          </p:spPr>
        </p:cxnSp>
        <p:cxnSp>
          <p:nvCxnSpPr>
            <p:cNvPr id="148" name="Google Shape;148;p14"/>
            <p:cNvCxnSpPr/>
            <p:nvPr/>
          </p:nvCxnSpPr>
          <p:spPr>
            <a:xfrm>
              <a:off x="8904900" y="4917300"/>
              <a:ext cx="397500" cy="0"/>
            </a:xfrm>
            <a:prstGeom prst="straightConnector1">
              <a:avLst/>
            </a:prstGeom>
            <a:noFill/>
            <a:ln w="19050" cap="flat" cmpd="sng">
              <a:solidFill>
                <a:schemeClr val="dk1"/>
              </a:solidFill>
              <a:prstDash val="solid"/>
              <a:round/>
              <a:headEnd type="none" w="sm" len="sm"/>
              <a:tailEnd type="none" w="sm" len="sm"/>
            </a:ln>
          </p:spPr>
        </p:cxnSp>
      </p:grpSp>
      <p:sp>
        <p:nvSpPr>
          <p:cNvPr id="149" name="Google Shape;149;p14"/>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sz="28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150" name="Google Shape;150;p14"/>
          <p:cNvSpPr txBox="1">
            <a:spLocks noGrp="1"/>
          </p:cNvSpPr>
          <p:nvPr>
            <p:ph type="subTitle" idx="1"/>
          </p:nvPr>
        </p:nvSpPr>
        <p:spPr>
          <a:xfrm>
            <a:off x="2032350" y="1565625"/>
            <a:ext cx="4876800" cy="527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atin typeface="Hanken Grotesk"/>
                <a:ea typeface="Hanken Grotesk"/>
                <a:cs typeface="Hanken Grotesk"/>
                <a:sym typeface="Hanken Grotesk"/>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a:endParaRPr/>
          </a:p>
        </p:txBody>
      </p:sp>
      <p:sp>
        <p:nvSpPr>
          <p:cNvPr id="151" name="Google Shape;151;p14"/>
          <p:cNvSpPr txBox="1">
            <a:spLocks noGrp="1"/>
          </p:cNvSpPr>
          <p:nvPr>
            <p:ph type="subTitle" idx="2"/>
          </p:nvPr>
        </p:nvSpPr>
        <p:spPr>
          <a:xfrm>
            <a:off x="2641957" y="2723563"/>
            <a:ext cx="4876800" cy="527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atin typeface="Hanken Grotesk"/>
                <a:ea typeface="Hanken Grotesk"/>
                <a:cs typeface="Hanken Grotesk"/>
                <a:sym typeface="Hanken Grotesk"/>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a:endParaRPr/>
          </a:p>
        </p:txBody>
      </p:sp>
      <p:sp>
        <p:nvSpPr>
          <p:cNvPr id="152" name="Google Shape;152;p14"/>
          <p:cNvSpPr txBox="1">
            <a:spLocks noGrp="1"/>
          </p:cNvSpPr>
          <p:nvPr>
            <p:ph type="subTitle" idx="3"/>
          </p:nvPr>
        </p:nvSpPr>
        <p:spPr>
          <a:xfrm>
            <a:off x="3251557" y="3881500"/>
            <a:ext cx="4876800" cy="527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atin typeface="Hanken Grotesk"/>
                <a:ea typeface="Hanken Grotesk"/>
                <a:cs typeface="Hanken Grotesk"/>
                <a:sym typeface="Hanken Grotesk"/>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a:endParaRPr/>
          </a:p>
        </p:txBody>
      </p:sp>
      <p:sp>
        <p:nvSpPr>
          <p:cNvPr id="153" name="Google Shape;153;p14"/>
          <p:cNvSpPr txBox="1">
            <a:spLocks noGrp="1"/>
          </p:cNvSpPr>
          <p:nvPr>
            <p:ph type="subTitle" idx="4"/>
          </p:nvPr>
        </p:nvSpPr>
        <p:spPr>
          <a:xfrm>
            <a:off x="2032350" y="1253625"/>
            <a:ext cx="4876800" cy="4275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600"/>
              <a:buFont typeface="Figtree Black"/>
              <a:buNone/>
              <a:defRPr sz="1900">
                <a:latin typeface="Figtree Black"/>
                <a:ea typeface="Figtree Black"/>
                <a:cs typeface="Figtree Black"/>
                <a:sym typeface="Figtree Black"/>
              </a:defRPr>
            </a:lvl1pPr>
            <a:lvl2pPr lvl="1" algn="l">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2pPr>
            <a:lvl3pPr lvl="2" algn="l">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3pPr>
            <a:lvl4pPr lvl="3" algn="l">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4pPr>
            <a:lvl5pPr lvl="4" algn="l">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5pPr>
            <a:lvl6pPr lvl="5" algn="l">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6pPr>
            <a:lvl7pPr lvl="6" algn="l">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7pPr>
            <a:lvl8pPr lvl="7" algn="l">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8pPr>
            <a:lvl9pPr lvl="8" algn="l">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9pPr>
          </a:lstStyle>
          <a:p>
            <a:endParaRPr/>
          </a:p>
        </p:txBody>
      </p:sp>
      <p:sp>
        <p:nvSpPr>
          <p:cNvPr id="154" name="Google Shape;154;p14"/>
          <p:cNvSpPr txBox="1">
            <a:spLocks noGrp="1"/>
          </p:cNvSpPr>
          <p:nvPr>
            <p:ph type="subTitle" idx="5"/>
          </p:nvPr>
        </p:nvSpPr>
        <p:spPr>
          <a:xfrm>
            <a:off x="2641950" y="2412275"/>
            <a:ext cx="4876800" cy="4275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600"/>
              <a:buFont typeface="Figtree Black"/>
              <a:buNone/>
              <a:defRPr sz="1900">
                <a:latin typeface="Figtree Black"/>
                <a:ea typeface="Figtree Black"/>
                <a:cs typeface="Figtree Black"/>
                <a:sym typeface="Figtree Black"/>
              </a:defRPr>
            </a:lvl1pPr>
            <a:lvl2pPr lvl="1" algn="l">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2pPr>
            <a:lvl3pPr lvl="2" algn="l">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3pPr>
            <a:lvl4pPr lvl="3" algn="l">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4pPr>
            <a:lvl5pPr lvl="4" algn="l">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5pPr>
            <a:lvl6pPr lvl="5" algn="l">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6pPr>
            <a:lvl7pPr lvl="6" algn="l">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7pPr>
            <a:lvl8pPr lvl="7" algn="l">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8pPr>
            <a:lvl9pPr lvl="8" algn="l">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9pPr>
          </a:lstStyle>
          <a:p>
            <a:endParaRPr/>
          </a:p>
        </p:txBody>
      </p:sp>
      <p:sp>
        <p:nvSpPr>
          <p:cNvPr id="155" name="Google Shape;155;p14"/>
          <p:cNvSpPr txBox="1">
            <a:spLocks noGrp="1"/>
          </p:cNvSpPr>
          <p:nvPr>
            <p:ph type="subTitle" idx="6"/>
          </p:nvPr>
        </p:nvSpPr>
        <p:spPr>
          <a:xfrm>
            <a:off x="3251550" y="3570925"/>
            <a:ext cx="4876800" cy="4275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600"/>
              <a:buFont typeface="Figtree Black"/>
              <a:buNone/>
              <a:defRPr sz="1900">
                <a:latin typeface="Figtree Black"/>
                <a:ea typeface="Figtree Black"/>
                <a:cs typeface="Figtree Black"/>
                <a:sym typeface="Figtree Black"/>
              </a:defRPr>
            </a:lvl1pPr>
            <a:lvl2pPr lvl="1" algn="l">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2pPr>
            <a:lvl3pPr lvl="2" algn="l">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3pPr>
            <a:lvl4pPr lvl="3" algn="l">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4pPr>
            <a:lvl5pPr lvl="4" algn="l">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5pPr>
            <a:lvl6pPr lvl="5" algn="l">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6pPr>
            <a:lvl7pPr lvl="6" algn="l">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7pPr>
            <a:lvl8pPr lvl="7" algn="l">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8pPr>
            <a:lvl9pPr lvl="8" algn="l">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9pPr>
          </a:lstStyle>
          <a:p>
            <a:endParaRPr/>
          </a:p>
        </p:txBody>
      </p:sp>
      <p:sp>
        <p:nvSpPr>
          <p:cNvPr id="156" name="Google Shape;156;p1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57"/>
        <p:cNvGrpSpPr/>
        <p:nvPr/>
      </p:nvGrpSpPr>
      <p:grpSpPr>
        <a:xfrm>
          <a:off x="0" y="0"/>
          <a:ext cx="0" cy="0"/>
          <a:chOff x="0" y="0"/>
          <a:chExt cx="0" cy="0"/>
        </a:xfrm>
      </p:grpSpPr>
      <p:sp>
        <p:nvSpPr>
          <p:cNvPr id="158" name="Google Shape;158;p15"/>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59" name="Google Shape;159;p15"/>
          <p:cNvGrpSpPr/>
          <p:nvPr/>
        </p:nvGrpSpPr>
        <p:grpSpPr>
          <a:xfrm>
            <a:off x="232200" y="232800"/>
            <a:ext cx="8988300" cy="5000100"/>
            <a:chOff x="232200" y="232800"/>
            <a:chExt cx="8988300" cy="5000100"/>
          </a:xfrm>
        </p:grpSpPr>
        <p:sp>
          <p:nvSpPr>
            <p:cNvPr id="160" name="Google Shape;160;p15"/>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61" name="Google Shape;161;p15"/>
            <p:cNvCxnSpPr/>
            <p:nvPr/>
          </p:nvCxnSpPr>
          <p:spPr>
            <a:xfrm rot="10800000">
              <a:off x="8911200" y="232800"/>
              <a:ext cx="309300" cy="0"/>
            </a:xfrm>
            <a:prstGeom prst="straightConnector1">
              <a:avLst/>
            </a:prstGeom>
            <a:noFill/>
            <a:ln w="19050" cap="flat" cmpd="sng">
              <a:solidFill>
                <a:schemeClr val="dk1"/>
              </a:solidFill>
              <a:prstDash val="solid"/>
              <a:round/>
              <a:headEnd type="none" w="sm" len="sm"/>
              <a:tailEnd type="none" w="sm" len="sm"/>
            </a:ln>
          </p:spPr>
        </p:cxnSp>
        <p:cxnSp>
          <p:nvCxnSpPr>
            <p:cNvPr id="162" name="Google Shape;162;p15"/>
            <p:cNvCxnSpPr/>
            <p:nvPr/>
          </p:nvCxnSpPr>
          <p:spPr>
            <a:xfrm>
              <a:off x="233525" y="4917300"/>
              <a:ext cx="0" cy="315600"/>
            </a:xfrm>
            <a:prstGeom prst="straightConnector1">
              <a:avLst/>
            </a:prstGeom>
            <a:noFill/>
            <a:ln w="19050" cap="flat" cmpd="sng">
              <a:solidFill>
                <a:schemeClr val="dk1"/>
              </a:solidFill>
              <a:prstDash val="solid"/>
              <a:round/>
              <a:headEnd type="none" w="sm" len="sm"/>
              <a:tailEnd type="none" w="sm" len="sm"/>
            </a:ln>
          </p:spPr>
        </p:cxnSp>
      </p:grpSp>
      <p:sp>
        <p:nvSpPr>
          <p:cNvPr id="163" name="Google Shape;163;p15"/>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164" name="Google Shape;164;p15"/>
          <p:cNvSpPr txBox="1">
            <a:spLocks noGrp="1"/>
          </p:cNvSpPr>
          <p:nvPr>
            <p:ph type="subTitle" idx="1"/>
          </p:nvPr>
        </p:nvSpPr>
        <p:spPr>
          <a:xfrm>
            <a:off x="977801" y="2514225"/>
            <a:ext cx="2242500" cy="9948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165" name="Google Shape;165;p15"/>
          <p:cNvSpPr txBox="1">
            <a:spLocks noGrp="1"/>
          </p:cNvSpPr>
          <p:nvPr>
            <p:ph type="subTitle" idx="2"/>
          </p:nvPr>
        </p:nvSpPr>
        <p:spPr>
          <a:xfrm>
            <a:off x="3450748" y="2514225"/>
            <a:ext cx="2242500" cy="9948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166" name="Google Shape;166;p15"/>
          <p:cNvSpPr txBox="1">
            <a:spLocks noGrp="1"/>
          </p:cNvSpPr>
          <p:nvPr>
            <p:ph type="subTitle" idx="3"/>
          </p:nvPr>
        </p:nvSpPr>
        <p:spPr>
          <a:xfrm>
            <a:off x="5923698" y="2514225"/>
            <a:ext cx="2242500" cy="9948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167" name="Google Shape;167;p15"/>
          <p:cNvSpPr txBox="1">
            <a:spLocks noGrp="1"/>
          </p:cNvSpPr>
          <p:nvPr>
            <p:ph type="subTitle" idx="4"/>
          </p:nvPr>
        </p:nvSpPr>
        <p:spPr>
          <a:xfrm>
            <a:off x="977803" y="2285625"/>
            <a:ext cx="2242500" cy="3657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600"/>
              <a:buFont typeface="Figtree Black"/>
              <a:buNone/>
              <a:defRPr sz="1900">
                <a:latin typeface="Figtree Black"/>
                <a:ea typeface="Figtree Black"/>
                <a:cs typeface="Figtree Black"/>
                <a:sym typeface="Figtree Black"/>
              </a:defRPr>
            </a:lvl1pPr>
            <a:lvl2pPr lvl="1"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2pPr>
            <a:lvl3pPr lvl="2"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3pPr>
            <a:lvl4pPr lvl="3"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4pPr>
            <a:lvl5pPr lvl="4"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5pPr>
            <a:lvl6pPr lvl="5"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6pPr>
            <a:lvl7pPr lvl="6"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7pPr>
            <a:lvl8pPr lvl="7"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8pPr>
            <a:lvl9pPr lvl="8"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9pPr>
          </a:lstStyle>
          <a:p>
            <a:endParaRPr/>
          </a:p>
        </p:txBody>
      </p:sp>
      <p:sp>
        <p:nvSpPr>
          <p:cNvPr id="168" name="Google Shape;168;p15"/>
          <p:cNvSpPr txBox="1">
            <a:spLocks noGrp="1"/>
          </p:cNvSpPr>
          <p:nvPr>
            <p:ph type="subTitle" idx="5"/>
          </p:nvPr>
        </p:nvSpPr>
        <p:spPr>
          <a:xfrm>
            <a:off x="3450747" y="2285625"/>
            <a:ext cx="2242500" cy="3657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600"/>
              <a:buFont typeface="Figtree Black"/>
              <a:buNone/>
              <a:defRPr sz="1900">
                <a:latin typeface="Figtree Black"/>
                <a:ea typeface="Figtree Black"/>
                <a:cs typeface="Figtree Black"/>
                <a:sym typeface="Figtree Black"/>
              </a:defRPr>
            </a:lvl1pPr>
            <a:lvl2pPr lvl="1"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2pPr>
            <a:lvl3pPr lvl="2"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3pPr>
            <a:lvl4pPr lvl="3"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4pPr>
            <a:lvl5pPr lvl="4"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5pPr>
            <a:lvl6pPr lvl="5"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6pPr>
            <a:lvl7pPr lvl="6"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7pPr>
            <a:lvl8pPr lvl="7"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8pPr>
            <a:lvl9pPr lvl="8"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9pPr>
          </a:lstStyle>
          <a:p>
            <a:endParaRPr/>
          </a:p>
        </p:txBody>
      </p:sp>
      <p:sp>
        <p:nvSpPr>
          <p:cNvPr id="169" name="Google Shape;169;p15"/>
          <p:cNvSpPr txBox="1">
            <a:spLocks noGrp="1"/>
          </p:cNvSpPr>
          <p:nvPr>
            <p:ph type="subTitle" idx="6"/>
          </p:nvPr>
        </p:nvSpPr>
        <p:spPr>
          <a:xfrm>
            <a:off x="5923697" y="2285625"/>
            <a:ext cx="2242500" cy="3657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600"/>
              <a:buFont typeface="Figtree Black"/>
              <a:buNone/>
              <a:defRPr sz="1900">
                <a:latin typeface="Figtree Black"/>
                <a:ea typeface="Figtree Black"/>
                <a:cs typeface="Figtree Black"/>
                <a:sym typeface="Figtree Black"/>
              </a:defRPr>
            </a:lvl1pPr>
            <a:lvl2pPr lvl="1"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2pPr>
            <a:lvl3pPr lvl="2"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3pPr>
            <a:lvl4pPr lvl="3"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4pPr>
            <a:lvl5pPr lvl="4"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5pPr>
            <a:lvl6pPr lvl="5"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6pPr>
            <a:lvl7pPr lvl="6"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7pPr>
            <a:lvl8pPr lvl="7"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8pPr>
            <a:lvl9pPr lvl="8" algn="ctr">
              <a:lnSpc>
                <a:spcPct val="115000"/>
              </a:lnSpc>
              <a:spcBef>
                <a:spcPts val="0"/>
              </a:spcBef>
              <a:spcAft>
                <a:spcPts val="0"/>
              </a:spcAft>
              <a:buSzPts val="2600"/>
              <a:buFont typeface="Figtree Black"/>
              <a:buNone/>
              <a:defRPr sz="2600">
                <a:latin typeface="Figtree Black"/>
                <a:ea typeface="Figtree Black"/>
                <a:cs typeface="Figtree Black"/>
                <a:sym typeface="Figtree Black"/>
              </a:defRPr>
            </a:lvl9pPr>
          </a:lstStyle>
          <a:p>
            <a:endParaRPr/>
          </a:p>
        </p:txBody>
      </p:sp>
      <p:sp>
        <p:nvSpPr>
          <p:cNvPr id="170" name="Google Shape;170;p1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six columns">
  <p:cSld name="CUSTOM_7_1">
    <p:spTree>
      <p:nvGrpSpPr>
        <p:cNvPr id="1" name="Shape 171"/>
        <p:cNvGrpSpPr/>
        <p:nvPr/>
      </p:nvGrpSpPr>
      <p:grpSpPr>
        <a:xfrm>
          <a:off x="0" y="0"/>
          <a:ext cx="0" cy="0"/>
          <a:chOff x="0" y="0"/>
          <a:chExt cx="0" cy="0"/>
        </a:xfrm>
      </p:grpSpPr>
      <p:sp>
        <p:nvSpPr>
          <p:cNvPr id="172" name="Google Shape;172;p16"/>
          <p:cNvSpPr/>
          <p:nvPr/>
        </p:nvSpPr>
        <p:spPr>
          <a:xfrm>
            <a:off x="8141975" y="-88657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p16"/>
          <p:cNvGrpSpPr/>
          <p:nvPr/>
        </p:nvGrpSpPr>
        <p:grpSpPr>
          <a:xfrm>
            <a:off x="232200" y="232800"/>
            <a:ext cx="8988300" cy="5000100"/>
            <a:chOff x="232200" y="232800"/>
            <a:chExt cx="8988300" cy="5000100"/>
          </a:xfrm>
        </p:grpSpPr>
        <p:sp>
          <p:nvSpPr>
            <p:cNvPr id="174" name="Google Shape;174;p16"/>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75" name="Google Shape;175;p16"/>
            <p:cNvCxnSpPr/>
            <p:nvPr/>
          </p:nvCxnSpPr>
          <p:spPr>
            <a:xfrm rot="10800000">
              <a:off x="8911200" y="232800"/>
              <a:ext cx="309300" cy="0"/>
            </a:xfrm>
            <a:prstGeom prst="straightConnector1">
              <a:avLst/>
            </a:prstGeom>
            <a:noFill/>
            <a:ln w="19050" cap="flat" cmpd="sng">
              <a:solidFill>
                <a:schemeClr val="dk1"/>
              </a:solidFill>
              <a:prstDash val="solid"/>
              <a:round/>
              <a:headEnd type="none" w="sm" len="sm"/>
              <a:tailEnd type="none" w="sm" len="sm"/>
            </a:ln>
          </p:spPr>
        </p:cxnSp>
        <p:cxnSp>
          <p:nvCxnSpPr>
            <p:cNvPr id="176" name="Google Shape;176;p16"/>
            <p:cNvCxnSpPr/>
            <p:nvPr/>
          </p:nvCxnSpPr>
          <p:spPr>
            <a:xfrm>
              <a:off x="233525" y="4917300"/>
              <a:ext cx="0" cy="315600"/>
            </a:xfrm>
            <a:prstGeom prst="straightConnector1">
              <a:avLst/>
            </a:prstGeom>
            <a:noFill/>
            <a:ln w="19050" cap="flat" cmpd="sng">
              <a:solidFill>
                <a:schemeClr val="dk1"/>
              </a:solidFill>
              <a:prstDash val="solid"/>
              <a:round/>
              <a:headEnd type="none" w="sm" len="sm"/>
              <a:tailEnd type="none" w="sm" len="sm"/>
            </a:ln>
          </p:spPr>
        </p:cxnSp>
      </p:grpSp>
      <p:sp>
        <p:nvSpPr>
          <p:cNvPr id="177" name="Google Shape;177;p16"/>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sz="28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178" name="Google Shape;178;p16"/>
          <p:cNvSpPr txBox="1">
            <a:spLocks noGrp="1"/>
          </p:cNvSpPr>
          <p:nvPr>
            <p:ph type="subTitle" idx="1"/>
          </p:nvPr>
        </p:nvSpPr>
        <p:spPr>
          <a:xfrm>
            <a:off x="874134" y="2145979"/>
            <a:ext cx="2199600" cy="6354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179" name="Google Shape;179;p16"/>
          <p:cNvSpPr txBox="1">
            <a:spLocks noGrp="1"/>
          </p:cNvSpPr>
          <p:nvPr>
            <p:ph type="subTitle" idx="2"/>
          </p:nvPr>
        </p:nvSpPr>
        <p:spPr>
          <a:xfrm>
            <a:off x="3319800" y="2145979"/>
            <a:ext cx="2199600" cy="6354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180" name="Google Shape;180;p16"/>
          <p:cNvSpPr txBox="1">
            <a:spLocks noGrp="1"/>
          </p:cNvSpPr>
          <p:nvPr>
            <p:ph type="subTitle" idx="3"/>
          </p:nvPr>
        </p:nvSpPr>
        <p:spPr>
          <a:xfrm>
            <a:off x="874134" y="3635775"/>
            <a:ext cx="2199600" cy="6354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181" name="Google Shape;181;p16"/>
          <p:cNvSpPr txBox="1">
            <a:spLocks noGrp="1"/>
          </p:cNvSpPr>
          <p:nvPr>
            <p:ph type="subTitle" idx="4"/>
          </p:nvPr>
        </p:nvSpPr>
        <p:spPr>
          <a:xfrm>
            <a:off x="3319800" y="3635775"/>
            <a:ext cx="2199600" cy="6354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182" name="Google Shape;182;p16"/>
          <p:cNvSpPr txBox="1">
            <a:spLocks noGrp="1"/>
          </p:cNvSpPr>
          <p:nvPr>
            <p:ph type="subTitle" idx="5"/>
          </p:nvPr>
        </p:nvSpPr>
        <p:spPr>
          <a:xfrm>
            <a:off x="5765466" y="2145979"/>
            <a:ext cx="2199600" cy="6354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183" name="Google Shape;183;p16"/>
          <p:cNvSpPr txBox="1">
            <a:spLocks noGrp="1"/>
          </p:cNvSpPr>
          <p:nvPr>
            <p:ph type="subTitle" idx="6"/>
          </p:nvPr>
        </p:nvSpPr>
        <p:spPr>
          <a:xfrm>
            <a:off x="5765466" y="3635775"/>
            <a:ext cx="2199600" cy="6354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184" name="Google Shape;184;p16"/>
          <p:cNvSpPr txBox="1">
            <a:spLocks noGrp="1"/>
          </p:cNvSpPr>
          <p:nvPr>
            <p:ph type="subTitle" idx="7"/>
          </p:nvPr>
        </p:nvSpPr>
        <p:spPr>
          <a:xfrm>
            <a:off x="872334" y="1769325"/>
            <a:ext cx="2203200" cy="4926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Font typeface="Figtree Black"/>
              <a:buNone/>
              <a:defRPr sz="1900">
                <a:solidFill>
                  <a:schemeClr val="dk1"/>
                </a:solidFill>
                <a:latin typeface="Figtree Black"/>
                <a:ea typeface="Figtree Black"/>
                <a:cs typeface="Figtree Black"/>
                <a:sym typeface="Figtree Black"/>
              </a:defRPr>
            </a:lvl1pPr>
            <a:lvl2pPr lvl="1"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85" name="Google Shape;185;p16"/>
          <p:cNvSpPr txBox="1">
            <a:spLocks noGrp="1"/>
          </p:cNvSpPr>
          <p:nvPr>
            <p:ph type="subTitle" idx="8"/>
          </p:nvPr>
        </p:nvSpPr>
        <p:spPr>
          <a:xfrm>
            <a:off x="3318000" y="1769325"/>
            <a:ext cx="2203200" cy="4926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Font typeface="Figtree Black"/>
              <a:buNone/>
              <a:defRPr sz="1900">
                <a:solidFill>
                  <a:schemeClr val="dk1"/>
                </a:solidFill>
                <a:latin typeface="Figtree Black"/>
                <a:ea typeface="Figtree Black"/>
                <a:cs typeface="Figtree Black"/>
                <a:sym typeface="Figtree Black"/>
              </a:defRPr>
            </a:lvl1pPr>
            <a:lvl2pPr lvl="1"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86" name="Google Shape;186;p16"/>
          <p:cNvSpPr txBox="1">
            <a:spLocks noGrp="1"/>
          </p:cNvSpPr>
          <p:nvPr>
            <p:ph type="subTitle" idx="9"/>
          </p:nvPr>
        </p:nvSpPr>
        <p:spPr>
          <a:xfrm>
            <a:off x="5763666" y="1769325"/>
            <a:ext cx="2203200" cy="4926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Font typeface="Figtree Black"/>
              <a:buNone/>
              <a:defRPr sz="1900">
                <a:solidFill>
                  <a:schemeClr val="dk1"/>
                </a:solidFill>
                <a:latin typeface="Figtree Black"/>
                <a:ea typeface="Figtree Black"/>
                <a:cs typeface="Figtree Black"/>
                <a:sym typeface="Figtree Black"/>
              </a:defRPr>
            </a:lvl1pPr>
            <a:lvl2pPr lvl="1"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87" name="Google Shape;187;p16"/>
          <p:cNvSpPr txBox="1">
            <a:spLocks noGrp="1"/>
          </p:cNvSpPr>
          <p:nvPr>
            <p:ph type="subTitle" idx="13"/>
          </p:nvPr>
        </p:nvSpPr>
        <p:spPr>
          <a:xfrm>
            <a:off x="872334" y="3258926"/>
            <a:ext cx="2203200" cy="4926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Font typeface="Figtree Black"/>
              <a:buNone/>
              <a:defRPr sz="1900">
                <a:solidFill>
                  <a:schemeClr val="dk1"/>
                </a:solidFill>
                <a:latin typeface="Figtree Black"/>
                <a:ea typeface="Figtree Black"/>
                <a:cs typeface="Figtree Black"/>
                <a:sym typeface="Figtree Black"/>
              </a:defRPr>
            </a:lvl1pPr>
            <a:lvl2pPr lvl="1"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88" name="Google Shape;188;p16"/>
          <p:cNvSpPr txBox="1">
            <a:spLocks noGrp="1"/>
          </p:cNvSpPr>
          <p:nvPr>
            <p:ph type="subTitle" idx="14"/>
          </p:nvPr>
        </p:nvSpPr>
        <p:spPr>
          <a:xfrm>
            <a:off x="3318000" y="3258926"/>
            <a:ext cx="2203200" cy="4926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Font typeface="Figtree Black"/>
              <a:buNone/>
              <a:defRPr sz="1900">
                <a:solidFill>
                  <a:schemeClr val="dk1"/>
                </a:solidFill>
                <a:latin typeface="Figtree Black"/>
                <a:ea typeface="Figtree Black"/>
                <a:cs typeface="Figtree Black"/>
                <a:sym typeface="Figtree Black"/>
              </a:defRPr>
            </a:lvl1pPr>
            <a:lvl2pPr lvl="1"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89" name="Google Shape;189;p16"/>
          <p:cNvSpPr txBox="1">
            <a:spLocks noGrp="1"/>
          </p:cNvSpPr>
          <p:nvPr>
            <p:ph type="subTitle" idx="15"/>
          </p:nvPr>
        </p:nvSpPr>
        <p:spPr>
          <a:xfrm>
            <a:off x="5763666" y="3258926"/>
            <a:ext cx="2203200" cy="4926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Font typeface="Figtree Black"/>
              <a:buNone/>
              <a:defRPr sz="1900">
                <a:solidFill>
                  <a:schemeClr val="dk1"/>
                </a:solidFill>
                <a:latin typeface="Figtree Black"/>
                <a:ea typeface="Figtree Black"/>
                <a:cs typeface="Figtree Black"/>
                <a:sym typeface="Figtree Black"/>
              </a:defRPr>
            </a:lvl1pPr>
            <a:lvl2pPr lvl="1"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90" name="Google Shape;190;p1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1"/>
        <p:cNvGrpSpPr/>
        <p:nvPr/>
      </p:nvGrpSpPr>
      <p:grpSpPr>
        <a:xfrm>
          <a:off x="0" y="0"/>
          <a:ext cx="0" cy="0"/>
          <a:chOff x="0" y="0"/>
          <a:chExt cx="0" cy="0"/>
        </a:xfrm>
      </p:grpSpPr>
      <p:sp>
        <p:nvSpPr>
          <p:cNvPr id="192" name="Google Shape;192;p17"/>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93" name="Google Shape;193;p17"/>
          <p:cNvGrpSpPr/>
          <p:nvPr/>
        </p:nvGrpSpPr>
        <p:grpSpPr>
          <a:xfrm>
            <a:off x="-19050" y="232800"/>
            <a:ext cx="8930250" cy="5027400"/>
            <a:chOff x="-19050" y="232800"/>
            <a:chExt cx="8930250" cy="5027400"/>
          </a:xfrm>
        </p:grpSpPr>
        <p:sp>
          <p:nvSpPr>
            <p:cNvPr id="194" name="Google Shape;194;p17"/>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95" name="Google Shape;195;p17"/>
            <p:cNvCxnSpPr/>
            <p:nvPr/>
          </p:nvCxnSpPr>
          <p:spPr>
            <a:xfrm rot="10800000">
              <a:off x="-19050" y="232800"/>
              <a:ext cx="258900" cy="0"/>
            </a:xfrm>
            <a:prstGeom prst="straightConnector1">
              <a:avLst/>
            </a:prstGeom>
            <a:noFill/>
            <a:ln w="19050" cap="flat" cmpd="sng">
              <a:solidFill>
                <a:schemeClr val="dk1"/>
              </a:solidFill>
              <a:prstDash val="solid"/>
              <a:round/>
              <a:headEnd type="none" w="sm" len="sm"/>
              <a:tailEnd type="none" w="sm" len="sm"/>
            </a:ln>
          </p:spPr>
        </p:cxnSp>
        <p:cxnSp>
          <p:nvCxnSpPr>
            <p:cNvPr id="196" name="Google Shape;196;p17"/>
            <p:cNvCxnSpPr/>
            <p:nvPr/>
          </p:nvCxnSpPr>
          <p:spPr>
            <a:xfrm>
              <a:off x="8911200" y="4917300"/>
              <a:ext cx="0" cy="342900"/>
            </a:xfrm>
            <a:prstGeom prst="straightConnector1">
              <a:avLst/>
            </a:prstGeom>
            <a:noFill/>
            <a:ln w="19050" cap="flat" cmpd="sng">
              <a:solidFill>
                <a:schemeClr val="dk1"/>
              </a:solidFill>
              <a:prstDash val="solid"/>
              <a:round/>
              <a:headEnd type="none" w="sm" len="sm"/>
              <a:tailEnd type="none" w="sm" len="sm"/>
            </a:ln>
          </p:spPr>
        </p:cxnSp>
      </p:grpSp>
      <p:sp>
        <p:nvSpPr>
          <p:cNvPr id="197" name="Google Shape;197;p17"/>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198" name="Google Shape;198;p17"/>
          <p:cNvSpPr txBox="1">
            <a:spLocks noGrp="1"/>
          </p:cNvSpPr>
          <p:nvPr>
            <p:ph type="body" idx="1"/>
          </p:nvPr>
        </p:nvSpPr>
        <p:spPr>
          <a:xfrm>
            <a:off x="720000" y="1215750"/>
            <a:ext cx="7704000" cy="3233100"/>
          </a:xfrm>
          <a:prstGeom prst="rect">
            <a:avLst/>
          </a:prstGeom>
          <a:noFill/>
          <a:ln>
            <a:noFill/>
          </a:ln>
        </p:spPr>
        <p:txBody>
          <a:bodyPr spcFirstLastPara="1" wrap="square" lIns="91425" tIns="91425" rIns="91425" bIns="91425" anchor="t" anchorCtr="0">
            <a:noAutofit/>
          </a:bodyPr>
          <a:lstStyle>
            <a:lvl1pPr marL="457200" lvl="0" indent="-279400" algn="l">
              <a:lnSpc>
                <a:spcPct val="115000"/>
              </a:lnSpc>
              <a:spcBef>
                <a:spcPts val="0"/>
              </a:spcBef>
              <a:spcAft>
                <a:spcPts val="0"/>
              </a:spcAft>
              <a:buSzPts val="800"/>
              <a:buChar char="●"/>
              <a:defRPr>
                <a:latin typeface="Hanken Grotesk"/>
                <a:ea typeface="Hanken Grotesk"/>
                <a:cs typeface="Hanken Grotesk"/>
                <a:sym typeface="Hanken Grotesk"/>
              </a:defRPr>
            </a:lvl1pPr>
            <a:lvl2pPr marL="914400" lvl="1" indent="-304800" algn="l">
              <a:lnSpc>
                <a:spcPct val="115000"/>
              </a:lnSpc>
              <a:spcBef>
                <a:spcPts val="0"/>
              </a:spcBef>
              <a:spcAft>
                <a:spcPts val="0"/>
              </a:spcAft>
              <a:buSzPts val="1200"/>
              <a:buChar char="○"/>
              <a:defRPr>
                <a:latin typeface="Hanken Grotesk"/>
                <a:ea typeface="Hanken Grotesk"/>
                <a:cs typeface="Hanken Grotesk"/>
                <a:sym typeface="Hanken Grotesk"/>
              </a:defRPr>
            </a:lvl2pPr>
            <a:lvl3pPr marL="1371600" lvl="2" indent="-304800" algn="l">
              <a:lnSpc>
                <a:spcPct val="115000"/>
              </a:lnSpc>
              <a:spcBef>
                <a:spcPts val="0"/>
              </a:spcBef>
              <a:spcAft>
                <a:spcPts val="0"/>
              </a:spcAft>
              <a:buSzPts val="1200"/>
              <a:buChar char="■"/>
              <a:defRPr/>
            </a:lvl3pPr>
            <a:lvl4pPr marL="1828800" lvl="3" indent="-304800" algn="l">
              <a:lnSpc>
                <a:spcPct val="115000"/>
              </a:lnSpc>
              <a:spcBef>
                <a:spcPts val="0"/>
              </a:spcBef>
              <a:spcAft>
                <a:spcPts val="0"/>
              </a:spcAft>
              <a:buSzPts val="1200"/>
              <a:buChar char="●"/>
              <a:defRPr/>
            </a:lvl4pPr>
            <a:lvl5pPr marL="2286000" lvl="4" indent="-304800" algn="l">
              <a:lnSpc>
                <a:spcPct val="115000"/>
              </a:lnSpc>
              <a:spcBef>
                <a:spcPts val="0"/>
              </a:spcBef>
              <a:spcAft>
                <a:spcPts val="0"/>
              </a:spcAft>
              <a:buSzPts val="1200"/>
              <a:buChar char="○"/>
              <a:defRPr/>
            </a:lvl5pPr>
            <a:lvl6pPr marL="2743200" lvl="5" indent="-304800" algn="l">
              <a:lnSpc>
                <a:spcPct val="115000"/>
              </a:lnSpc>
              <a:spcBef>
                <a:spcPts val="0"/>
              </a:spcBef>
              <a:spcAft>
                <a:spcPts val="0"/>
              </a:spcAft>
              <a:buSzPts val="1200"/>
              <a:buChar char="■"/>
              <a:defRPr/>
            </a:lvl6pPr>
            <a:lvl7pPr marL="3200400" lvl="6" indent="-304800" algn="l">
              <a:lnSpc>
                <a:spcPct val="115000"/>
              </a:lnSpc>
              <a:spcBef>
                <a:spcPts val="0"/>
              </a:spcBef>
              <a:spcAft>
                <a:spcPts val="0"/>
              </a:spcAft>
              <a:buSzPts val="1200"/>
              <a:buChar char="●"/>
              <a:defRPr/>
            </a:lvl7pPr>
            <a:lvl8pPr marL="3657600" lvl="7" indent="-304800" algn="l">
              <a:lnSpc>
                <a:spcPct val="115000"/>
              </a:lnSpc>
              <a:spcBef>
                <a:spcPts val="0"/>
              </a:spcBef>
              <a:spcAft>
                <a:spcPts val="0"/>
              </a:spcAft>
              <a:buSzPts val="1200"/>
              <a:buChar char="○"/>
              <a:defRPr/>
            </a:lvl8pPr>
            <a:lvl9pPr marL="4114800" lvl="8" indent="-304800" algn="l">
              <a:lnSpc>
                <a:spcPct val="115000"/>
              </a:lnSpc>
              <a:spcBef>
                <a:spcPts val="0"/>
              </a:spcBef>
              <a:spcAft>
                <a:spcPts val="0"/>
              </a:spcAft>
              <a:buSzPts val="1200"/>
              <a:buChar char="■"/>
              <a:defRPr/>
            </a:lvl9pPr>
          </a:lstStyle>
          <a:p>
            <a:endParaRPr/>
          </a:p>
        </p:txBody>
      </p:sp>
      <p:sp>
        <p:nvSpPr>
          <p:cNvPr id="199" name="Google Shape;199;p1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1">
  <p:cSld name="CUSTOM_11">
    <p:spTree>
      <p:nvGrpSpPr>
        <p:cNvPr id="1" name="Shape 200"/>
        <p:cNvGrpSpPr/>
        <p:nvPr/>
      </p:nvGrpSpPr>
      <p:grpSpPr>
        <a:xfrm>
          <a:off x="0" y="0"/>
          <a:ext cx="0" cy="0"/>
          <a:chOff x="0" y="0"/>
          <a:chExt cx="0" cy="0"/>
        </a:xfrm>
      </p:grpSpPr>
      <p:sp>
        <p:nvSpPr>
          <p:cNvPr id="201" name="Google Shape;201;p18"/>
          <p:cNvSpPr/>
          <p:nvPr/>
        </p:nvSpPr>
        <p:spPr>
          <a:xfrm>
            <a:off x="8240650" y="-9265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2" name="Google Shape;202;p18"/>
          <p:cNvGrpSpPr/>
          <p:nvPr/>
        </p:nvGrpSpPr>
        <p:grpSpPr>
          <a:xfrm>
            <a:off x="-19050" y="232800"/>
            <a:ext cx="9189150" cy="4684500"/>
            <a:chOff x="-19050" y="232800"/>
            <a:chExt cx="9189150" cy="4684500"/>
          </a:xfrm>
        </p:grpSpPr>
        <p:sp>
          <p:nvSpPr>
            <p:cNvPr id="203" name="Google Shape;203;p18"/>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04" name="Google Shape;204;p18"/>
            <p:cNvCxnSpPr/>
            <p:nvPr/>
          </p:nvCxnSpPr>
          <p:spPr>
            <a:xfrm rot="10800000">
              <a:off x="-19050" y="4917300"/>
              <a:ext cx="258900" cy="0"/>
            </a:xfrm>
            <a:prstGeom prst="straightConnector1">
              <a:avLst/>
            </a:prstGeom>
            <a:noFill/>
            <a:ln w="19050" cap="flat" cmpd="sng">
              <a:solidFill>
                <a:schemeClr val="dk1"/>
              </a:solidFill>
              <a:prstDash val="solid"/>
              <a:round/>
              <a:headEnd type="none" w="sm" len="sm"/>
              <a:tailEnd type="none" w="sm" len="sm"/>
            </a:ln>
          </p:spPr>
        </p:cxnSp>
        <p:cxnSp>
          <p:nvCxnSpPr>
            <p:cNvPr id="205" name="Google Shape;205;p18"/>
            <p:cNvCxnSpPr/>
            <p:nvPr/>
          </p:nvCxnSpPr>
          <p:spPr>
            <a:xfrm rot="10800000">
              <a:off x="8911200" y="232800"/>
              <a:ext cx="258900" cy="0"/>
            </a:xfrm>
            <a:prstGeom prst="straightConnector1">
              <a:avLst/>
            </a:prstGeom>
            <a:noFill/>
            <a:ln w="19050" cap="flat" cmpd="sng">
              <a:solidFill>
                <a:schemeClr val="dk1"/>
              </a:solidFill>
              <a:prstDash val="solid"/>
              <a:round/>
              <a:headEnd type="none" w="sm" len="sm"/>
              <a:tailEnd type="none" w="sm" len="sm"/>
            </a:ln>
          </p:spPr>
        </p:cxnSp>
      </p:grpSp>
      <p:sp>
        <p:nvSpPr>
          <p:cNvPr id="206" name="Google Shape;206;p18"/>
          <p:cNvSpPr txBox="1">
            <a:spLocks noGrp="1"/>
          </p:cNvSpPr>
          <p:nvPr>
            <p:ph type="title"/>
          </p:nvPr>
        </p:nvSpPr>
        <p:spPr>
          <a:xfrm>
            <a:off x="722376" y="445025"/>
            <a:ext cx="77085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sz="2800"/>
            </a:lvl1pPr>
            <a:lvl2pPr lvl="1" algn="l">
              <a:lnSpc>
                <a:spcPct val="100000"/>
              </a:lnSpc>
              <a:spcBef>
                <a:spcPts val="0"/>
              </a:spcBef>
              <a:spcAft>
                <a:spcPts val="0"/>
              </a:spcAft>
              <a:buSzPts val="3000"/>
              <a:buNone/>
              <a:defRPr>
                <a:latin typeface="Lato"/>
                <a:ea typeface="Lato"/>
                <a:cs typeface="Lato"/>
                <a:sym typeface="Lato"/>
              </a:defRPr>
            </a:lvl2pPr>
            <a:lvl3pPr lvl="2" algn="l">
              <a:lnSpc>
                <a:spcPct val="100000"/>
              </a:lnSpc>
              <a:spcBef>
                <a:spcPts val="0"/>
              </a:spcBef>
              <a:spcAft>
                <a:spcPts val="0"/>
              </a:spcAft>
              <a:buSzPts val="3000"/>
              <a:buNone/>
              <a:defRPr>
                <a:latin typeface="Lato"/>
                <a:ea typeface="Lato"/>
                <a:cs typeface="Lato"/>
                <a:sym typeface="Lato"/>
              </a:defRPr>
            </a:lvl3pPr>
            <a:lvl4pPr lvl="3" algn="l">
              <a:lnSpc>
                <a:spcPct val="100000"/>
              </a:lnSpc>
              <a:spcBef>
                <a:spcPts val="0"/>
              </a:spcBef>
              <a:spcAft>
                <a:spcPts val="0"/>
              </a:spcAft>
              <a:buSzPts val="3000"/>
              <a:buNone/>
              <a:defRPr>
                <a:latin typeface="Lato"/>
                <a:ea typeface="Lato"/>
                <a:cs typeface="Lato"/>
                <a:sym typeface="Lato"/>
              </a:defRPr>
            </a:lvl4pPr>
            <a:lvl5pPr lvl="4" algn="l">
              <a:lnSpc>
                <a:spcPct val="100000"/>
              </a:lnSpc>
              <a:spcBef>
                <a:spcPts val="0"/>
              </a:spcBef>
              <a:spcAft>
                <a:spcPts val="0"/>
              </a:spcAft>
              <a:buSzPts val="3000"/>
              <a:buNone/>
              <a:defRPr>
                <a:latin typeface="Lato"/>
                <a:ea typeface="Lato"/>
                <a:cs typeface="Lato"/>
                <a:sym typeface="Lato"/>
              </a:defRPr>
            </a:lvl5pPr>
            <a:lvl6pPr lvl="5" algn="l">
              <a:lnSpc>
                <a:spcPct val="100000"/>
              </a:lnSpc>
              <a:spcBef>
                <a:spcPts val="0"/>
              </a:spcBef>
              <a:spcAft>
                <a:spcPts val="0"/>
              </a:spcAft>
              <a:buSzPts val="3000"/>
              <a:buNone/>
              <a:defRPr>
                <a:latin typeface="Lato"/>
                <a:ea typeface="Lato"/>
                <a:cs typeface="Lato"/>
                <a:sym typeface="Lato"/>
              </a:defRPr>
            </a:lvl6pPr>
            <a:lvl7pPr lvl="6" algn="l">
              <a:lnSpc>
                <a:spcPct val="100000"/>
              </a:lnSpc>
              <a:spcBef>
                <a:spcPts val="0"/>
              </a:spcBef>
              <a:spcAft>
                <a:spcPts val="0"/>
              </a:spcAft>
              <a:buSzPts val="3000"/>
              <a:buNone/>
              <a:defRPr>
                <a:latin typeface="Lato"/>
                <a:ea typeface="Lato"/>
                <a:cs typeface="Lato"/>
                <a:sym typeface="Lato"/>
              </a:defRPr>
            </a:lvl7pPr>
            <a:lvl8pPr lvl="7" algn="l">
              <a:lnSpc>
                <a:spcPct val="100000"/>
              </a:lnSpc>
              <a:spcBef>
                <a:spcPts val="0"/>
              </a:spcBef>
              <a:spcAft>
                <a:spcPts val="0"/>
              </a:spcAft>
              <a:buSzPts val="3000"/>
              <a:buNone/>
              <a:defRPr>
                <a:latin typeface="Lato"/>
                <a:ea typeface="Lato"/>
                <a:cs typeface="Lato"/>
                <a:sym typeface="Lato"/>
              </a:defRPr>
            </a:lvl8pPr>
            <a:lvl9pPr lvl="8" algn="l">
              <a:lnSpc>
                <a:spcPct val="100000"/>
              </a:lnSpc>
              <a:spcBef>
                <a:spcPts val="0"/>
              </a:spcBef>
              <a:spcAft>
                <a:spcPts val="0"/>
              </a:spcAft>
              <a:buSzPts val="3000"/>
              <a:buNone/>
              <a:defRPr>
                <a:latin typeface="Lato"/>
                <a:ea typeface="Lato"/>
                <a:cs typeface="Lato"/>
                <a:sym typeface="Lato"/>
              </a:defRPr>
            </a:lvl9pPr>
          </a:lstStyle>
          <a:p>
            <a:endParaRPr/>
          </a:p>
        </p:txBody>
      </p:sp>
      <p:sp>
        <p:nvSpPr>
          <p:cNvPr id="207" name="Google Shape;207;p1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8"/>
        <p:cNvGrpSpPr/>
        <p:nvPr/>
      </p:nvGrpSpPr>
      <p:grpSpPr>
        <a:xfrm>
          <a:off x="0" y="0"/>
          <a:ext cx="0" cy="0"/>
          <a:chOff x="0" y="0"/>
          <a:chExt cx="0" cy="0"/>
        </a:xfrm>
      </p:grpSpPr>
      <p:sp>
        <p:nvSpPr>
          <p:cNvPr id="209" name="Google Shape;209;p19"/>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10" name="Google Shape;210;p19"/>
          <p:cNvGrpSpPr/>
          <p:nvPr/>
        </p:nvGrpSpPr>
        <p:grpSpPr>
          <a:xfrm>
            <a:off x="-77100" y="232800"/>
            <a:ext cx="8988300" cy="4964300"/>
            <a:chOff x="-77100" y="232800"/>
            <a:chExt cx="8988300" cy="4964300"/>
          </a:xfrm>
        </p:grpSpPr>
        <p:sp>
          <p:nvSpPr>
            <p:cNvPr id="211" name="Google Shape;211;p19"/>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12" name="Google Shape;212;p19"/>
            <p:cNvCxnSpPr/>
            <p:nvPr/>
          </p:nvCxnSpPr>
          <p:spPr>
            <a:xfrm rot="10800000">
              <a:off x="-77100" y="232800"/>
              <a:ext cx="309300" cy="0"/>
            </a:xfrm>
            <a:prstGeom prst="straightConnector1">
              <a:avLst/>
            </a:prstGeom>
            <a:noFill/>
            <a:ln w="19050" cap="flat" cmpd="sng">
              <a:solidFill>
                <a:schemeClr val="dk1"/>
              </a:solidFill>
              <a:prstDash val="solid"/>
              <a:round/>
              <a:headEnd type="none" w="sm" len="sm"/>
              <a:tailEnd type="none" w="sm" len="sm"/>
            </a:ln>
          </p:spPr>
        </p:cxnSp>
        <p:cxnSp>
          <p:nvCxnSpPr>
            <p:cNvPr id="213" name="Google Shape;213;p19"/>
            <p:cNvCxnSpPr/>
            <p:nvPr/>
          </p:nvCxnSpPr>
          <p:spPr>
            <a:xfrm rot="10800000">
              <a:off x="8911200" y="4890500"/>
              <a:ext cx="0" cy="306600"/>
            </a:xfrm>
            <a:prstGeom prst="straightConnector1">
              <a:avLst/>
            </a:prstGeom>
            <a:noFill/>
            <a:ln w="19050" cap="flat" cmpd="sng">
              <a:solidFill>
                <a:schemeClr val="dk1"/>
              </a:solidFill>
              <a:prstDash val="solid"/>
              <a:round/>
              <a:headEnd type="none" w="sm" len="sm"/>
              <a:tailEnd type="none" w="sm" len="sm"/>
            </a:ln>
          </p:spPr>
        </p:cxnSp>
      </p:grpSp>
      <p:sp>
        <p:nvSpPr>
          <p:cNvPr id="214" name="Google Shape;214;p19"/>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sz="28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15" name="Google Shape;215;p19"/>
          <p:cNvSpPr txBox="1">
            <a:spLocks noGrp="1"/>
          </p:cNvSpPr>
          <p:nvPr>
            <p:ph type="subTitle" idx="1"/>
          </p:nvPr>
        </p:nvSpPr>
        <p:spPr>
          <a:xfrm>
            <a:off x="4651268" y="1736553"/>
            <a:ext cx="3772800" cy="27363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200"/>
              <a:buChar char="●"/>
              <a:defRPr sz="1400">
                <a:latin typeface="Hanken Grotesk"/>
                <a:ea typeface="Hanken Grotesk"/>
                <a:cs typeface="Hanken Grotesk"/>
                <a:sym typeface="Hanken Grotesk"/>
              </a:defRPr>
            </a:lvl1pPr>
            <a:lvl2pPr lvl="1" algn="ctr">
              <a:lnSpc>
                <a:spcPct val="115000"/>
              </a:lnSpc>
              <a:spcBef>
                <a:spcPts val="0"/>
              </a:spcBef>
              <a:spcAft>
                <a:spcPts val="0"/>
              </a:spcAft>
              <a:buSzPts val="2800"/>
              <a:buChar char="○"/>
              <a:defRPr sz="2800"/>
            </a:lvl2pPr>
            <a:lvl3pPr lvl="2" algn="ctr">
              <a:lnSpc>
                <a:spcPct val="115000"/>
              </a:lnSpc>
              <a:spcBef>
                <a:spcPts val="0"/>
              </a:spcBef>
              <a:spcAft>
                <a:spcPts val="0"/>
              </a:spcAft>
              <a:buSzPts val="2800"/>
              <a:buChar char="■"/>
              <a:defRPr sz="2800"/>
            </a:lvl3pPr>
            <a:lvl4pPr lvl="3" algn="ctr">
              <a:lnSpc>
                <a:spcPct val="115000"/>
              </a:lnSpc>
              <a:spcBef>
                <a:spcPts val="0"/>
              </a:spcBef>
              <a:spcAft>
                <a:spcPts val="0"/>
              </a:spcAft>
              <a:buSzPts val="2800"/>
              <a:buChar char="●"/>
              <a:defRPr sz="2800"/>
            </a:lvl4pPr>
            <a:lvl5pPr lvl="4" algn="ctr">
              <a:lnSpc>
                <a:spcPct val="115000"/>
              </a:lnSpc>
              <a:spcBef>
                <a:spcPts val="0"/>
              </a:spcBef>
              <a:spcAft>
                <a:spcPts val="0"/>
              </a:spcAft>
              <a:buSzPts val="2800"/>
              <a:buChar char="○"/>
              <a:defRPr sz="2800"/>
            </a:lvl5pPr>
            <a:lvl6pPr lvl="5" algn="ctr">
              <a:lnSpc>
                <a:spcPct val="115000"/>
              </a:lnSpc>
              <a:spcBef>
                <a:spcPts val="0"/>
              </a:spcBef>
              <a:spcAft>
                <a:spcPts val="0"/>
              </a:spcAft>
              <a:buSzPts val="2800"/>
              <a:buChar char="■"/>
              <a:defRPr sz="2800"/>
            </a:lvl6pPr>
            <a:lvl7pPr lvl="6" algn="ctr">
              <a:lnSpc>
                <a:spcPct val="115000"/>
              </a:lnSpc>
              <a:spcBef>
                <a:spcPts val="0"/>
              </a:spcBef>
              <a:spcAft>
                <a:spcPts val="0"/>
              </a:spcAft>
              <a:buSzPts val="2800"/>
              <a:buChar char="●"/>
              <a:defRPr sz="2800"/>
            </a:lvl7pPr>
            <a:lvl8pPr lvl="7" algn="ctr">
              <a:lnSpc>
                <a:spcPct val="115000"/>
              </a:lnSpc>
              <a:spcBef>
                <a:spcPts val="0"/>
              </a:spcBef>
              <a:spcAft>
                <a:spcPts val="0"/>
              </a:spcAft>
              <a:buSzPts val="2800"/>
              <a:buChar char="○"/>
              <a:defRPr sz="2800"/>
            </a:lvl8pPr>
            <a:lvl9pPr lvl="8" algn="ctr">
              <a:lnSpc>
                <a:spcPct val="115000"/>
              </a:lnSpc>
              <a:spcBef>
                <a:spcPts val="0"/>
              </a:spcBef>
              <a:spcAft>
                <a:spcPts val="0"/>
              </a:spcAft>
              <a:buSzPts val="2800"/>
              <a:buChar char="■"/>
              <a:defRPr sz="2800"/>
            </a:lvl9pPr>
          </a:lstStyle>
          <a:p>
            <a:endParaRPr/>
          </a:p>
        </p:txBody>
      </p:sp>
      <p:sp>
        <p:nvSpPr>
          <p:cNvPr id="216" name="Google Shape;216;p19"/>
          <p:cNvSpPr txBox="1">
            <a:spLocks noGrp="1"/>
          </p:cNvSpPr>
          <p:nvPr>
            <p:ph type="subTitle" idx="2"/>
          </p:nvPr>
        </p:nvSpPr>
        <p:spPr>
          <a:xfrm>
            <a:off x="720000" y="1736553"/>
            <a:ext cx="3772800" cy="27363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200"/>
              <a:buChar char="●"/>
              <a:defRPr sz="1400">
                <a:latin typeface="Hanken Grotesk"/>
                <a:ea typeface="Hanken Grotesk"/>
                <a:cs typeface="Hanken Grotesk"/>
                <a:sym typeface="Hanken Grotesk"/>
              </a:defRPr>
            </a:lvl1pPr>
            <a:lvl2pPr lvl="1" algn="ctr">
              <a:lnSpc>
                <a:spcPct val="115000"/>
              </a:lnSpc>
              <a:spcBef>
                <a:spcPts val="0"/>
              </a:spcBef>
              <a:spcAft>
                <a:spcPts val="0"/>
              </a:spcAft>
              <a:buSzPts val="1400"/>
              <a:buChar char="○"/>
              <a:defRPr sz="2800"/>
            </a:lvl2pPr>
            <a:lvl3pPr lvl="2" algn="ctr">
              <a:lnSpc>
                <a:spcPct val="115000"/>
              </a:lnSpc>
              <a:spcBef>
                <a:spcPts val="0"/>
              </a:spcBef>
              <a:spcAft>
                <a:spcPts val="0"/>
              </a:spcAft>
              <a:buSzPts val="1400"/>
              <a:buChar char="■"/>
              <a:defRPr sz="2800"/>
            </a:lvl3pPr>
            <a:lvl4pPr lvl="3" algn="ctr">
              <a:lnSpc>
                <a:spcPct val="115000"/>
              </a:lnSpc>
              <a:spcBef>
                <a:spcPts val="0"/>
              </a:spcBef>
              <a:spcAft>
                <a:spcPts val="0"/>
              </a:spcAft>
              <a:buSzPts val="1400"/>
              <a:buChar char="●"/>
              <a:defRPr sz="2800"/>
            </a:lvl4pPr>
            <a:lvl5pPr lvl="4" algn="ctr">
              <a:lnSpc>
                <a:spcPct val="115000"/>
              </a:lnSpc>
              <a:spcBef>
                <a:spcPts val="0"/>
              </a:spcBef>
              <a:spcAft>
                <a:spcPts val="0"/>
              </a:spcAft>
              <a:buSzPts val="1400"/>
              <a:buChar char="○"/>
              <a:defRPr sz="2800"/>
            </a:lvl5pPr>
            <a:lvl6pPr lvl="5" algn="ctr">
              <a:lnSpc>
                <a:spcPct val="115000"/>
              </a:lnSpc>
              <a:spcBef>
                <a:spcPts val="0"/>
              </a:spcBef>
              <a:spcAft>
                <a:spcPts val="0"/>
              </a:spcAft>
              <a:buSzPts val="1400"/>
              <a:buChar char="■"/>
              <a:defRPr sz="2800"/>
            </a:lvl6pPr>
            <a:lvl7pPr lvl="6" algn="ctr">
              <a:lnSpc>
                <a:spcPct val="115000"/>
              </a:lnSpc>
              <a:spcBef>
                <a:spcPts val="0"/>
              </a:spcBef>
              <a:spcAft>
                <a:spcPts val="0"/>
              </a:spcAft>
              <a:buSzPts val="1400"/>
              <a:buChar char="●"/>
              <a:defRPr sz="2800"/>
            </a:lvl7pPr>
            <a:lvl8pPr lvl="7" algn="ctr">
              <a:lnSpc>
                <a:spcPct val="115000"/>
              </a:lnSpc>
              <a:spcBef>
                <a:spcPts val="0"/>
              </a:spcBef>
              <a:spcAft>
                <a:spcPts val="0"/>
              </a:spcAft>
              <a:buSzPts val="1400"/>
              <a:buChar char="○"/>
              <a:defRPr sz="2800"/>
            </a:lvl8pPr>
            <a:lvl9pPr lvl="8" algn="ctr">
              <a:lnSpc>
                <a:spcPct val="115000"/>
              </a:lnSpc>
              <a:spcBef>
                <a:spcPts val="0"/>
              </a:spcBef>
              <a:spcAft>
                <a:spcPts val="0"/>
              </a:spcAft>
              <a:buSzPts val="1400"/>
              <a:buChar char="■"/>
              <a:defRPr sz="2800"/>
            </a:lvl9pPr>
          </a:lstStyle>
          <a:p>
            <a:endParaRPr/>
          </a:p>
        </p:txBody>
      </p:sp>
      <p:sp>
        <p:nvSpPr>
          <p:cNvPr id="217" name="Google Shape;217;p19"/>
          <p:cNvSpPr txBox="1">
            <a:spLocks noGrp="1"/>
          </p:cNvSpPr>
          <p:nvPr>
            <p:ph type="subTitle" idx="3"/>
          </p:nvPr>
        </p:nvSpPr>
        <p:spPr>
          <a:xfrm>
            <a:off x="720000" y="1451250"/>
            <a:ext cx="3772800" cy="3615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algn="l">
              <a:lnSpc>
                <a:spcPct val="115000"/>
              </a:lnSpc>
              <a:spcBef>
                <a:spcPts val="0"/>
              </a:spcBef>
              <a:spcAft>
                <a:spcPts val="0"/>
              </a:spcAft>
              <a:buSzPts val="1400"/>
              <a:buFont typeface="Figtree Black"/>
              <a:buNone/>
              <a:defRPr>
                <a:latin typeface="Figtree Black"/>
                <a:ea typeface="Figtree Black"/>
                <a:cs typeface="Figtree Black"/>
                <a:sym typeface="Figtree Black"/>
              </a:defRPr>
            </a:lvl2pPr>
            <a:lvl3pPr lvl="2" algn="l">
              <a:lnSpc>
                <a:spcPct val="115000"/>
              </a:lnSpc>
              <a:spcBef>
                <a:spcPts val="0"/>
              </a:spcBef>
              <a:spcAft>
                <a:spcPts val="0"/>
              </a:spcAft>
              <a:buSzPts val="1400"/>
              <a:buFont typeface="Figtree Black"/>
              <a:buNone/>
              <a:defRPr>
                <a:latin typeface="Figtree Black"/>
                <a:ea typeface="Figtree Black"/>
                <a:cs typeface="Figtree Black"/>
                <a:sym typeface="Figtree Black"/>
              </a:defRPr>
            </a:lvl3pPr>
            <a:lvl4pPr lvl="3" algn="l">
              <a:lnSpc>
                <a:spcPct val="115000"/>
              </a:lnSpc>
              <a:spcBef>
                <a:spcPts val="0"/>
              </a:spcBef>
              <a:spcAft>
                <a:spcPts val="0"/>
              </a:spcAft>
              <a:buSzPts val="1400"/>
              <a:buFont typeface="Figtree Black"/>
              <a:buNone/>
              <a:defRPr>
                <a:latin typeface="Figtree Black"/>
                <a:ea typeface="Figtree Black"/>
                <a:cs typeface="Figtree Black"/>
                <a:sym typeface="Figtree Black"/>
              </a:defRPr>
            </a:lvl4pPr>
            <a:lvl5pPr lvl="4" algn="l">
              <a:lnSpc>
                <a:spcPct val="115000"/>
              </a:lnSpc>
              <a:spcBef>
                <a:spcPts val="0"/>
              </a:spcBef>
              <a:spcAft>
                <a:spcPts val="0"/>
              </a:spcAft>
              <a:buSzPts val="1400"/>
              <a:buFont typeface="Figtree Black"/>
              <a:buNone/>
              <a:defRPr>
                <a:latin typeface="Figtree Black"/>
                <a:ea typeface="Figtree Black"/>
                <a:cs typeface="Figtree Black"/>
                <a:sym typeface="Figtree Black"/>
              </a:defRPr>
            </a:lvl5pPr>
            <a:lvl6pPr lvl="5" algn="l">
              <a:lnSpc>
                <a:spcPct val="115000"/>
              </a:lnSpc>
              <a:spcBef>
                <a:spcPts val="0"/>
              </a:spcBef>
              <a:spcAft>
                <a:spcPts val="0"/>
              </a:spcAft>
              <a:buSzPts val="1400"/>
              <a:buFont typeface="Figtree Black"/>
              <a:buNone/>
              <a:defRPr>
                <a:latin typeface="Figtree Black"/>
                <a:ea typeface="Figtree Black"/>
                <a:cs typeface="Figtree Black"/>
                <a:sym typeface="Figtree Black"/>
              </a:defRPr>
            </a:lvl6pPr>
            <a:lvl7pPr lvl="6" algn="l">
              <a:lnSpc>
                <a:spcPct val="115000"/>
              </a:lnSpc>
              <a:spcBef>
                <a:spcPts val="0"/>
              </a:spcBef>
              <a:spcAft>
                <a:spcPts val="0"/>
              </a:spcAft>
              <a:buSzPts val="1400"/>
              <a:buFont typeface="Figtree Black"/>
              <a:buNone/>
              <a:defRPr>
                <a:latin typeface="Figtree Black"/>
                <a:ea typeface="Figtree Black"/>
                <a:cs typeface="Figtree Black"/>
                <a:sym typeface="Figtree Black"/>
              </a:defRPr>
            </a:lvl7pPr>
            <a:lvl8pPr lvl="7" algn="l">
              <a:lnSpc>
                <a:spcPct val="115000"/>
              </a:lnSpc>
              <a:spcBef>
                <a:spcPts val="0"/>
              </a:spcBef>
              <a:spcAft>
                <a:spcPts val="0"/>
              </a:spcAft>
              <a:buSzPts val="1400"/>
              <a:buFont typeface="Figtree Black"/>
              <a:buNone/>
              <a:defRPr>
                <a:latin typeface="Figtree Black"/>
                <a:ea typeface="Figtree Black"/>
                <a:cs typeface="Figtree Black"/>
                <a:sym typeface="Figtree Black"/>
              </a:defRPr>
            </a:lvl8pPr>
            <a:lvl9pPr lvl="8" algn="l">
              <a:lnSpc>
                <a:spcPct val="115000"/>
              </a:lnSpc>
              <a:spcBef>
                <a:spcPts val="0"/>
              </a:spcBef>
              <a:spcAft>
                <a:spcPts val="0"/>
              </a:spcAft>
              <a:buSzPts val="1400"/>
              <a:buFont typeface="Figtree Black"/>
              <a:buNone/>
              <a:defRPr>
                <a:latin typeface="Figtree Black"/>
                <a:ea typeface="Figtree Black"/>
                <a:cs typeface="Figtree Black"/>
                <a:sym typeface="Figtree Black"/>
              </a:defRPr>
            </a:lvl9pPr>
          </a:lstStyle>
          <a:p>
            <a:endParaRPr/>
          </a:p>
        </p:txBody>
      </p:sp>
      <p:sp>
        <p:nvSpPr>
          <p:cNvPr id="218" name="Google Shape;218;p19"/>
          <p:cNvSpPr txBox="1">
            <a:spLocks noGrp="1"/>
          </p:cNvSpPr>
          <p:nvPr>
            <p:ph type="subTitle" idx="4"/>
          </p:nvPr>
        </p:nvSpPr>
        <p:spPr>
          <a:xfrm>
            <a:off x="4651268" y="1451250"/>
            <a:ext cx="3772800" cy="3615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algn="l">
              <a:lnSpc>
                <a:spcPct val="115000"/>
              </a:lnSpc>
              <a:spcBef>
                <a:spcPts val="0"/>
              </a:spcBef>
              <a:spcAft>
                <a:spcPts val="0"/>
              </a:spcAft>
              <a:buSzPts val="1400"/>
              <a:buFont typeface="Figtree Black"/>
              <a:buNone/>
              <a:defRPr>
                <a:latin typeface="Figtree Black"/>
                <a:ea typeface="Figtree Black"/>
                <a:cs typeface="Figtree Black"/>
                <a:sym typeface="Figtree Black"/>
              </a:defRPr>
            </a:lvl2pPr>
            <a:lvl3pPr lvl="2" algn="l">
              <a:lnSpc>
                <a:spcPct val="115000"/>
              </a:lnSpc>
              <a:spcBef>
                <a:spcPts val="0"/>
              </a:spcBef>
              <a:spcAft>
                <a:spcPts val="0"/>
              </a:spcAft>
              <a:buSzPts val="1400"/>
              <a:buFont typeface="Figtree Black"/>
              <a:buNone/>
              <a:defRPr>
                <a:latin typeface="Figtree Black"/>
                <a:ea typeface="Figtree Black"/>
                <a:cs typeface="Figtree Black"/>
                <a:sym typeface="Figtree Black"/>
              </a:defRPr>
            </a:lvl3pPr>
            <a:lvl4pPr lvl="3" algn="l">
              <a:lnSpc>
                <a:spcPct val="115000"/>
              </a:lnSpc>
              <a:spcBef>
                <a:spcPts val="0"/>
              </a:spcBef>
              <a:spcAft>
                <a:spcPts val="0"/>
              </a:spcAft>
              <a:buSzPts val="1400"/>
              <a:buFont typeface="Figtree Black"/>
              <a:buNone/>
              <a:defRPr>
                <a:latin typeface="Figtree Black"/>
                <a:ea typeface="Figtree Black"/>
                <a:cs typeface="Figtree Black"/>
                <a:sym typeface="Figtree Black"/>
              </a:defRPr>
            </a:lvl4pPr>
            <a:lvl5pPr lvl="4" algn="l">
              <a:lnSpc>
                <a:spcPct val="115000"/>
              </a:lnSpc>
              <a:spcBef>
                <a:spcPts val="0"/>
              </a:spcBef>
              <a:spcAft>
                <a:spcPts val="0"/>
              </a:spcAft>
              <a:buSzPts val="1400"/>
              <a:buFont typeface="Figtree Black"/>
              <a:buNone/>
              <a:defRPr>
                <a:latin typeface="Figtree Black"/>
                <a:ea typeface="Figtree Black"/>
                <a:cs typeface="Figtree Black"/>
                <a:sym typeface="Figtree Black"/>
              </a:defRPr>
            </a:lvl5pPr>
            <a:lvl6pPr lvl="5" algn="l">
              <a:lnSpc>
                <a:spcPct val="115000"/>
              </a:lnSpc>
              <a:spcBef>
                <a:spcPts val="0"/>
              </a:spcBef>
              <a:spcAft>
                <a:spcPts val="0"/>
              </a:spcAft>
              <a:buSzPts val="1400"/>
              <a:buFont typeface="Figtree Black"/>
              <a:buNone/>
              <a:defRPr>
                <a:latin typeface="Figtree Black"/>
                <a:ea typeface="Figtree Black"/>
                <a:cs typeface="Figtree Black"/>
                <a:sym typeface="Figtree Black"/>
              </a:defRPr>
            </a:lvl6pPr>
            <a:lvl7pPr lvl="6" algn="l">
              <a:lnSpc>
                <a:spcPct val="115000"/>
              </a:lnSpc>
              <a:spcBef>
                <a:spcPts val="0"/>
              </a:spcBef>
              <a:spcAft>
                <a:spcPts val="0"/>
              </a:spcAft>
              <a:buSzPts val="1400"/>
              <a:buFont typeface="Figtree Black"/>
              <a:buNone/>
              <a:defRPr>
                <a:latin typeface="Figtree Black"/>
                <a:ea typeface="Figtree Black"/>
                <a:cs typeface="Figtree Black"/>
                <a:sym typeface="Figtree Black"/>
              </a:defRPr>
            </a:lvl7pPr>
            <a:lvl8pPr lvl="7" algn="l">
              <a:lnSpc>
                <a:spcPct val="115000"/>
              </a:lnSpc>
              <a:spcBef>
                <a:spcPts val="0"/>
              </a:spcBef>
              <a:spcAft>
                <a:spcPts val="0"/>
              </a:spcAft>
              <a:buSzPts val="1400"/>
              <a:buFont typeface="Figtree Black"/>
              <a:buNone/>
              <a:defRPr>
                <a:latin typeface="Figtree Black"/>
                <a:ea typeface="Figtree Black"/>
                <a:cs typeface="Figtree Black"/>
                <a:sym typeface="Figtree Black"/>
              </a:defRPr>
            </a:lvl8pPr>
            <a:lvl9pPr lvl="8" algn="l">
              <a:lnSpc>
                <a:spcPct val="115000"/>
              </a:lnSpc>
              <a:spcBef>
                <a:spcPts val="0"/>
              </a:spcBef>
              <a:spcAft>
                <a:spcPts val="0"/>
              </a:spcAft>
              <a:buSzPts val="1400"/>
              <a:buFont typeface="Figtree Black"/>
              <a:buNone/>
              <a:defRPr>
                <a:latin typeface="Figtree Black"/>
                <a:ea typeface="Figtree Black"/>
                <a:cs typeface="Figtree Black"/>
                <a:sym typeface="Figtree Black"/>
              </a:defRPr>
            </a:lvl9pPr>
          </a:lstStyle>
          <a:p>
            <a:endParaRPr/>
          </a:p>
        </p:txBody>
      </p:sp>
      <p:sp>
        <p:nvSpPr>
          <p:cNvPr id="219" name="Google Shape;219;p1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220"/>
        <p:cNvGrpSpPr/>
        <p:nvPr/>
      </p:nvGrpSpPr>
      <p:grpSpPr>
        <a:xfrm>
          <a:off x="0" y="0"/>
          <a:ext cx="0" cy="0"/>
          <a:chOff x="0" y="0"/>
          <a:chExt cx="0" cy="0"/>
        </a:xfrm>
      </p:grpSpPr>
      <p:sp>
        <p:nvSpPr>
          <p:cNvPr id="221" name="Google Shape;221;p20"/>
          <p:cNvSpPr/>
          <p:nvPr/>
        </p:nvSpPr>
        <p:spPr>
          <a:xfrm>
            <a:off x="8141975" y="-88657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22" name="Google Shape;222;p20"/>
          <p:cNvGrpSpPr/>
          <p:nvPr/>
        </p:nvGrpSpPr>
        <p:grpSpPr>
          <a:xfrm>
            <a:off x="-19050" y="232800"/>
            <a:ext cx="9189150" cy="4684500"/>
            <a:chOff x="-19050" y="232800"/>
            <a:chExt cx="9189150" cy="4684500"/>
          </a:xfrm>
        </p:grpSpPr>
        <p:sp>
          <p:nvSpPr>
            <p:cNvPr id="223" name="Google Shape;223;p20"/>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24" name="Google Shape;224;p20"/>
            <p:cNvCxnSpPr/>
            <p:nvPr/>
          </p:nvCxnSpPr>
          <p:spPr>
            <a:xfrm rot="10800000">
              <a:off x="-19050" y="232800"/>
              <a:ext cx="258900" cy="0"/>
            </a:xfrm>
            <a:prstGeom prst="straightConnector1">
              <a:avLst/>
            </a:prstGeom>
            <a:noFill/>
            <a:ln w="19050" cap="flat" cmpd="sng">
              <a:solidFill>
                <a:schemeClr val="dk1"/>
              </a:solidFill>
              <a:prstDash val="solid"/>
              <a:round/>
              <a:headEnd type="none" w="sm" len="sm"/>
              <a:tailEnd type="none" w="sm" len="sm"/>
            </a:ln>
          </p:spPr>
        </p:cxnSp>
        <p:cxnSp>
          <p:nvCxnSpPr>
            <p:cNvPr id="225" name="Google Shape;225;p20"/>
            <p:cNvCxnSpPr/>
            <p:nvPr/>
          </p:nvCxnSpPr>
          <p:spPr>
            <a:xfrm rot="10800000">
              <a:off x="8911200" y="4917300"/>
              <a:ext cx="258900" cy="0"/>
            </a:xfrm>
            <a:prstGeom prst="straightConnector1">
              <a:avLst/>
            </a:prstGeom>
            <a:noFill/>
            <a:ln w="19050" cap="flat" cmpd="sng">
              <a:solidFill>
                <a:schemeClr val="dk1"/>
              </a:solidFill>
              <a:prstDash val="solid"/>
              <a:round/>
              <a:headEnd type="none" w="sm" len="sm"/>
              <a:tailEnd type="none" w="sm" len="sm"/>
            </a:ln>
          </p:spPr>
        </p:cxnSp>
      </p:grpSp>
      <p:sp>
        <p:nvSpPr>
          <p:cNvPr id="226" name="Google Shape;226;p20"/>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27" name="Google Shape;227;p20"/>
          <p:cNvSpPr txBox="1">
            <a:spLocks noGrp="1"/>
          </p:cNvSpPr>
          <p:nvPr>
            <p:ph type="subTitle" idx="1"/>
          </p:nvPr>
        </p:nvSpPr>
        <p:spPr>
          <a:xfrm>
            <a:off x="1762571" y="1752725"/>
            <a:ext cx="2687400" cy="9111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28" name="Google Shape;228;p20"/>
          <p:cNvSpPr txBox="1">
            <a:spLocks noGrp="1"/>
          </p:cNvSpPr>
          <p:nvPr>
            <p:ph type="subTitle" idx="2"/>
          </p:nvPr>
        </p:nvSpPr>
        <p:spPr>
          <a:xfrm>
            <a:off x="5132667" y="1752725"/>
            <a:ext cx="2687400" cy="9111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29" name="Google Shape;229;p20"/>
          <p:cNvSpPr txBox="1">
            <a:spLocks noGrp="1"/>
          </p:cNvSpPr>
          <p:nvPr>
            <p:ph type="subTitle" idx="3"/>
          </p:nvPr>
        </p:nvSpPr>
        <p:spPr>
          <a:xfrm>
            <a:off x="1762571" y="3336725"/>
            <a:ext cx="2687400" cy="9111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30" name="Google Shape;230;p20"/>
          <p:cNvSpPr txBox="1">
            <a:spLocks noGrp="1"/>
          </p:cNvSpPr>
          <p:nvPr>
            <p:ph type="subTitle" idx="4"/>
          </p:nvPr>
        </p:nvSpPr>
        <p:spPr>
          <a:xfrm>
            <a:off x="5132667" y="3336725"/>
            <a:ext cx="2687400" cy="9111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231" name="Google Shape;231;p20"/>
          <p:cNvSpPr txBox="1">
            <a:spLocks noGrp="1"/>
          </p:cNvSpPr>
          <p:nvPr>
            <p:ph type="subTitle" idx="5"/>
          </p:nvPr>
        </p:nvSpPr>
        <p:spPr>
          <a:xfrm>
            <a:off x="1762571" y="1524200"/>
            <a:ext cx="2687400" cy="3549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232" name="Google Shape;232;p20"/>
          <p:cNvSpPr txBox="1">
            <a:spLocks noGrp="1"/>
          </p:cNvSpPr>
          <p:nvPr>
            <p:ph type="subTitle" idx="6"/>
          </p:nvPr>
        </p:nvSpPr>
        <p:spPr>
          <a:xfrm>
            <a:off x="5132667" y="1524200"/>
            <a:ext cx="2687400" cy="3549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233" name="Google Shape;233;p20"/>
          <p:cNvSpPr txBox="1">
            <a:spLocks noGrp="1"/>
          </p:cNvSpPr>
          <p:nvPr>
            <p:ph type="subTitle" idx="7"/>
          </p:nvPr>
        </p:nvSpPr>
        <p:spPr>
          <a:xfrm>
            <a:off x="1762571" y="3091838"/>
            <a:ext cx="2687400" cy="3549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234" name="Google Shape;234;p20"/>
          <p:cNvSpPr txBox="1">
            <a:spLocks noGrp="1"/>
          </p:cNvSpPr>
          <p:nvPr>
            <p:ph type="subTitle" idx="8"/>
          </p:nvPr>
        </p:nvSpPr>
        <p:spPr>
          <a:xfrm>
            <a:off x="5132667" y="3091838"/>
            <a:ext cx="2687400" cy="354900"/>
          </a:xfrm>
          <a:prstGeom prst="rect">
            <a:avLst/>
          </a:prstGeom>
          <a:noFill/>
          <a:ln>
            <a:noFill/>
          </a:ln>
        </p:spPr>
        <p:txBody>
          <a:bodyPr spcFirstLastPara="1" wrap="square" lIns="91425" tIns="91425" rIns="91425" bIns="91425" anchor="b" anchorCtr="0">
            <a:noAutofit/>
          </a:bodyPr>
          <a:lstStyle>
            <a:lvl1pPr lvl="0" algn="l">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235" name="Google Shape;235;p2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36"/>
        <p:cNvGrpSpPr/>
        <p:nvPr/>
      </p:nvGrpSpPr>
      <p:grpSpPr>
        <a:xfrm>
          <a:off x="0" y="0"/>
          <a:ext cx="0" cy="0"/>
          <a:chOff x="0" y="0"/>
          <a:chExt cx="0" cy="0"/>
        </a:xfrm>
      </p:grpSpPr>
      <p:sp>
        <p:nvSpPr>
          <p:cNvPr id="237" name="Google Shape;237;p21"/>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38" name="Google Shape;238;p21"/>
          <p:cNvGrpSpPr/>
          <p:nvPr/>
        </p:nvGrpSpPr>
        <p:grpSpPr>
          <a:xfrm>
            <a:off x="-19050" y="-16000"/>
            <a:ext cx="8930250" cy="4933300"/>
            <a:chOff x="-19050" y="-16000"/>
            <a:chExt cx="8930250" cy="4933300"/>
          </a:xfrm>
        </p:grpSpPr>
        <p:sp>
          <p:nvSpPr>
            <p:cNvPr id="239" name="Google Shape;239;p21"/>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40" name="Google Shape;240;p21"/>
            <p:cNvCxnSpPr/>
            <p:nvPr/>
          </p:nvCxnSpPr>
          <p:spPr>
            <a:xfrm rot="10800000">
              <a:off x="-19050" y="4917300"/>
              <a:ext cx="258900" cy="0"/>
            </a:xfrm>
            <a:prstGeom prst="straightConnector1">
              <a:avLst/>
            </a:prstGeom>
            <a:noFill/>
            <a:ln w="19050" cap="flat" cmpd="sng">
              <a:solidFill>
                <a:schemeClr val="dk1"/>
              </a:solidFill>
              <a:prstDash val="solid"/>
              <a:round/>
              <a:headEnd type="none" w="sm" len="sm"/>
              <a:tailEnd type="none" w="sm" len="sm"/>
            </a:ln>
          </p:spPr>
        </p:cxnSp>
        <p:cxnSp>
          <p:nvCxnSpPr>
            <p:cNvPr id="241" name="Google Shape;241;p21"/>
            <p:cNvCxnSpPr/>
            <p:nvPr/>
          </p:nvCxnSpPr>
          <p:spPr>
            <a:xfrm rot="10800000">
              <a:off x="8911200" y="-16000"/>
              <a:ext cx="0" cy="258900"/>
            </a:xfrm>
            <a:prstGeom prst="straightConnector1">
              <a:avLst/>
            </a:prstGeom>
            <a:noFill/>
            <a:ln w="19050" cap="flat" cmpd="sng">
              <a:solidFill>
                <a:schemeClr val="dk1"/>
              </a:solidFill>
              <a:prstDash val="solid"/>
              <a:round/>
              <a:headEnd type="none" w="sm" len="sm"/>
              <a:tailEnd type="none" w="sm" len="sm"/>
            </a:ln>
          </p:spPr>
        </p:cxnSp>
      </p:grpSp>
      <p:sp>
        <p:nvSpPr>
          <p:cNvPr id="242" name="Google Shape;242;p21"/>
          <p:cNvSpPr txBox="1">
            <a:spLocks noGrp="1"/>
          </p:cNvSpPr>
          <p:nvPr>
            <p:ph type="title"/>
          </p:nvPr>
        </p:nvSpPr>
        <p:spPr>
          <a:xfrm>
            <a:off x="720000" y="448050"/>
            <a:ext cx="77109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sz="28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43" name="Google Shape;243;p21"/>
          <p:cNvSpPr txBox="1">
            <a:spLocks noGrp="1"/>
          </p:cNvSpPr>
          <p:nvPr>
            <p:ph type="subTitle" idx="1"/>
          </p:nvPr>
        </p:nvSpPr>
        <p:spPr>
          <a:xfrm>
            <a:off x="1733625" y="1361025"/>
            <a:ext cx="6580200" cy="29061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600"/>
              <a:buChar char="●"/>
              <a:defRPr sz="1600">
                <a:latin typeface="Hanken Grotesk"/>
                <a:ea typeface="Hanken Grotesk"/>
                <a:cs typeface="Hanken Grotesk"/>
                <a:sym typeface="Hanken Grotesk"/>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a:endParaRPr/>
          </a:p>
        </p:txBody>
      </p:sp>
      <p:sp>
        <p:nvSpPr>
          <p:cNvPr id="244" name="Google Shape;244;p2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245"/>
        <p:cNvGrpSpPr/>
        <p:nvPr/>
      </p:nvGrpSpPr>
      <p:grpSpPr>
        <a:xfrm>
          <a:off x="0" y="0"/>
          <a:ext cx="0" cy="0"/>
          <a:chOff x="0" y="0"/>
          <a:chExt cx="0" cy="0"/>
        </a:xfrm>
      </p:grpSpPr>
      <p:sp>
        <p:nvSpPr>
          <p:cNvPr id="246" name="Google Shape;246;p22"/>
          <p:cNvSpPr/>
          <p:nvPr/>
        </p:nvSpPr>
        <p:spPr>
          <a:xfrm>
            <a:off x="-923000" y="-9455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47" name="Google Shape;247;p22"/>
          <p:cNvGrpSpPr/>
          <p:nvPr/>
        </p:nvGrpSpPr>
        <p:grpSpPr>
          <a:xfrm>
            <a:off x="-19050" y="232800"/>
            <a:ext cx="9176275" cy="4684500"/>
            <a:chOff x="-19050" y="232800"/>
            <a:chExt cx="9176275" cy="4684500"/>
          </a:xfrm>
        </p:grpSpPr>
        <p:sp>
          <p:nvSpPr>
            <p:cNvPr id="248" name="Google Shape;248;p22"/>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49" name="Google Shape;249;p22"/>
            <p:cNvCxnSpPr/>
            <p:nvPr/>
          </p:nvCxnSpPr>
          <p:spPr>
            <a:xfrm rot="10800000">
              <a:off x="-19050" y="232800"/>
              <a:ext cx="258900" cy="0"/>
            </a:xfrm>
            <a:prstGeom prst="straightConnector1">
              <a:avLst/>
            </a:prstGeom>
            <a:noFill/>
            <a:ln w="19050" cap="flat" cmpd="sng">
              <a:solidFill>
                <a:schemeClr val="dk1"/>
              </a:solidFill>
              <a:prstDash val="solid"/>
              <a:round/>
              <a:headEnd type="none" w="sm" len="sm"/>
              <a:tailEnd type="none" w="sm" len="sm"/>
            </a:ln>
          </p:spPr>
        </p:cxnSp>
        <p:cxnSp>
          <p:nvCxnSpPr>
            <p:cNvPr id="250" name="Google Shape;250;p22"/>
            <p:cNvCxnSpPr/>
            <p:nvPr/>
          </p:nvCxnSpPr>
          <p:spPr>
            <a:xfrm>
              <a:off x="8917525" y="4917300"/>
              <a:ext cx="239700" cy="0"/>
            </a:xfrm>
            <a:prstGeom prst="straightConnector1">
              <a:avLst/>
            </a:prstGeom>
            <a:noFill/>
            <a:ln w="19050" cap="flat" cmpd="sng">
              <a:solidFill>
                <a:schemeClr val="dk1"/>
              </a:solidFill>
              <a:prstDash val="solid"/>
              <a:round/>
              <a:headEnd type="none" w="sm" len="sm"/>
              <a:tailEnd type="none" w="sm" len="sm"/>
            </a:ln>
          </p:spPr>
        </p:cxnSp>
      </p:grpSp>
      <p:sp>
        <p:nvSpPr>
          <p:cNvPr id="251" name="Google Shape;251;p22"/>
          <p:cNvSpPr txBox="1">
            <a:spLocks noGrp="1"/>
          </p:cNvSpPr>
          <p:nvPr>
            <p:ph type="title"/>
          </p:nvPr>
        </p:nvSpPr>
        <p:spPr>
          <a:xfrm>
            <a:off x="878875" y="1533125"/>
            <a:ext cx="3024900" cy="6423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800"/>
              <a:buNone/>
              <a:defRPr sz="28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52" name="Google Shape;252;p22"/>
          <p:cNvSpPr txBox="1">
            <a:spLocks noGrp="1"/>
          </p:cNvSpPr>
          <p:nvPr>
            <p:ph type="subTitle" idx="1"/>
          </p:nvPr>
        </p:nvSpPr>
        <p:spPr>
          <a:xfrm>
            <a:off x="878875" y="2175300"/>
            <a:ext cx="3024900" cy="12114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a:latin typeface="Hanken Grotesk"/>
                <a:ea typeface="Hanken Grotesk"/>
                <a:cs typeface="Hanken Grotesk"/>
                <a:sym typeface="Hanken Grotesk"/>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53" name="Google Shape;253;p2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254"/>
        <p:cNvGrpSpPr/>
        <p:nvPr/>
      </p:nvGrpSpPr>
      <p:grpSpPr>
        <a:xfrm>
          <a:off x="0" y="0"/>
          <a:ext cx="0" cy="0"/>
          <a:chOff x="0" y="0"/>
          <a:chExt cx="0" cy="0"/>
        </a:xfrm>
      </p:grpSpPr>
      <p:sp>
        <p:nvSpPr>
          <p:cNvPr id="255" name="Google Shape;255;p23"/>
          <p:cNvSpPr/>
          <p:nvPr/>
        </p:nvSpPr>
        <p:spPr>
          <a:xfrm>
            <a:off x="6677100" y="-9050"/>
            <a:ext cx="5161500" cy="5161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56" name="Google Shape;256;p23"/>
          <p:cNvGrpSpPr/>
          <p:nvPr/>
        </p:nvGrpSpPr>
        <p:grpSpPr>
          <a:xfrm>
            <a:off x="713223" y="-79050"/>
            <a:ext cx="8791100" cy="4687625"/>
            <a:chOff x="-669332" y="-79050"/>
            <a:chExt cx="10173707" cy="4687625"/>
          </a:xfrm>
        </p:grpSpPr>
        <p:sp>
          <p:nvSpPr>
            <p:cNvPr id="257" name="Google Shape;257;p23"/>
            <p:cNvSpPr/>
            <p:nvPr/>
          </p:nvSpPr>
          <p:spPr>
            <a:xfrm>
              <a:off x="-669325" y="533550"/>
              <a:ext cx="91002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58" name="Google Shape;258;p23"/>
            <p:cNvCxnSpPr/>
            <p:nvPr/>
          </p:nvCxnSpPr>
          <p:spPr>
            <a:xfrm rot="10800000">
              <a:off x="-669332" y="-79050"/>
              <a:ext cx="0" cy="624900"/>
            </a:xfrm>
            <a:prstGeom prst="straightConnector1">
              <a:avLst/>
            </a:prstGeom>
            <a:noFill/>
            <a:ln w="19050" cap="flat" cmpd="sng">
              <a:solidFill>
                <a:schemeClr val="dk1"/>
              </a:solidFill>
              <a:prstDash val="solid"/>
              <a:round/>
              <a:headEnd type="none" w="sm" len="sm"/>
              <a:tailEnd type="none" w="sm" len="sm"/>
            </a:ln>
          </p:spPr>
        </p:cxnSp>
        <p:cxnSp>
          <p:nvCxnSpPr>
            <p:cNvPr id="259" name="Google Shape;259;p23"/>
            <p:cNvCxnSpPr/>
            <p:nvPr/>
          </p:nvCxnSpPr>
          <p:spPr>
            <a:xfrm>
              <a:off x="8425275" y="4608575"/>
              <a:ext cx="1079100" cy="0"/>
            </a:xfrm>
            <a:prstGeom prst="straightConnector1">
              <a:avLst/>
            </a:prstGeom>
            <a:noFill/>
            <a:ln w="19050" cap="flat" cmpd="sng">
              <a:solidFill>
                <a:schemeClr val="dk1"/>
              </a:solidFill>
              <a:prstDash val="solid"/>
              <a:round/>
              <a:headEnd type="none" w="sm" len="sm"/>
              <a:tailEnd type="none" w="sm" len="sm"/>
            </a:ln>
          </p:spPr>
        </p:cxnSp>
      </p:grpSp>
      <p:sp>
        <p:nvSpPr>
          <p:cNvPr id="260" name="Google Shape;260;p23"/>
          <p:cNvSpPr txBox="1">
            <a:spLocks noGrp="1"/>
          </p:cNvSpPr>
          <p:nvPr>
            <p:ph type="title"/>
          </p:nvPr>
        </p:nvSpPr>
        <p:spPr>
          <a:xfrm>
            <a:off x="1094263" y="778325"/>
            <a:ext cx="4448100" cy="1058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sz="58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61" name="Google Shape;261;p23"/>
          <p:cNvSpPr txBox="1">
            <a:spLocks noGrp="1"/>
          </p:cNvSpPr>
          <p:nvPr>
            <p:ph type="subTitle" idx="1"/>
          </p:nvPr>
        </p:nvSpPr>
        <p:spPr>
          <a:xfrm>
            <a:off x="1094225" y="1651512"/>
            <a:ext cx="4448100" cy="12249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a:latin typeface="Hanken Grotesk"/>
                <a:ea typeface="Hanken Grotesk"/>
                <a:cs typeface="Hanken Grotesk"/>
                <a:sym typeface="Hanken Grotesk"/>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62" name="Google Shape;262;p23"/>
          <p:cNvSpPr txBox="1"/>
          <p:nvPr/>
        </p:nvSpPr>
        <p:spPr>
          <a:xfrm>
            <a:off x="1094225" y="3383825"/>
            <a:ext cx="5797200" cy="5562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300"/>
              </a:spcBef>
              <a:spcAft>
                <a:spcPts val="0"/>
              </a:spcAft>
              <a:buClr>
                <a:srgbClr val="000000"/>
              </a:buClr>
              <a:buSzPts val="1200"/>
              <a:buFont typeface="Arial"/>
              <a:buNone/>
            </a:pPr>
            <a:r>
              <a:rPr lang="en" sz="1200" b="0" i="0" u="none" strike="noStrike" cap="none">
                <a:solidFill>
                  <a:schemeClr val="dk1"/>
                </a:solidFill>
                <a:latin typeface="Hanken Grotesk"/>
                <a:ea typeface="Hanken Grotesk"/>
                <a:cs typeface="Hanken Grotesk"/>
                <a:sym typeface="Hanken Grotesk"/>
              </a:rPr>
              <a:t>CREDITS: This presentation template was created by </a:t>
            </a:r>
            <a:r>
              <a:rPr lang="en" sz="1200" b="1" i="0" u="sng" strike="noStrike" cap="none">
                <a:solidFill>
                  <a:schemeClr val="hlink"/>
                </a:solidFill>
                <a:latin typeface="Hanken Grotesk"/>
                <a:ea typeface="Hanken Grotesk"/>
                <a:cs typeface="Hanken Grotesk"/>
                <a:sym typeface="Hanken Grotesk"/>
                <a:hlinkClick r:id="rId2"/>
              </a:rPr>
              <a:t>Slidesgo</a:t>
            </a:r>
            <a:r>
              <a:rPr lang="en" sz="1200" b="1" i="0" u="none" strike="noStrike" cap="none">
                <a:solidFill>
                  <a:schemeClr val="dk1"/>
                </a:solidFill>
                <a:latin typeface="Hanken Grotesk"/>
                <a:ea typeface="Hanken Grotesk"/>
                <a:cs typeface="Hanken Grotesk"/>
                <a:sym typeface="Hanken Grotesk"/>
              </a:rPr>
              <a:t>,</a:t>
            </a:r>
            <a:r>
              <a:rPr lang="en" sz="1200" b="0" i="0" u="none" strike="noStrike" cap="none">
                <a:solidFill>
                  <a:schemeClr val="dk1"/>
                </a:solidFill>
                <a:latin typeface="Hanken Grotesk"/>
                <a:ea typeface="Hanken Grotesk"/>
                <a:cs typeface="Hanken Grotesk"/>
                <a:sym typeface="Hanken Grotesk"/>
              </a:rPr>
              <a:t> and includes icons, infographics &amp; images by </a:t>
            </a:r>
            <a:r>
              <a:rPr lang="en" sz="1200" b="1" i="0" u="sng" strike="noStrike" cap="none">
                <a:solidFill>
                  <a:schemeClr val="hlink"/>
                </a:solidFill>
                <a:latin typeface="Hanken Grotesk"/>
                <a:ea typeface="Hanken Grotesk"/>
                <a:cs typeface="Hanken Grotesk"/>
                <a:sym typeface="Hanken Grotesk"/>
                <a:hlinkClick r:id="rId3"/>
              </a:rPr>
              <a:t>Freepik</a:t>
            </a:r>
            <a:r>
              <a:rPr lang="en" sz="1200" b="1" i="0" u="sng" strike="noStrike" cap="none">
                <a:solidFill>
                  <a:schemeClr val="dk1"/>
                </a:solidFill>
                <a:latin typeface="Hanken Grotesk"/>
                <a:ea typeface="Hanken Grotesk"/>
                <a:cs typeface="Hanken Grotesk"/>
                <a:sym typeface="Hanken Grotesk"/>
              </a:rPr>
              <a:t> </a:t>
            </a:r>
            <a:endParaRPr sz="1200" b="1" i="0" u="sng" strike="noStrike" cap="none">
              <a:solidFill>
                <a:schemeClr val="dk1"/>
              </a:solidFill>
              <a:latin typeface="Hanken Grotesk"/>
              <a:ea typeface="Hanken Grotesk"/>
              <a:cs typeface="Hanken Grotesk"/>
              <a:sym typeface="Hanken Grotesk"/>
            </a:endParaRPr>
          </a:p>
        </p:txBody>
      </p:sp>
      <p:sp>
        <p:nvSpPr>
          <p:cNvPr id="263" name="Google Shape;263;p2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ext 2">
  <p:cSld name="CUSTOM_10">
    <p:spTree>
      <p:nvGrpSpPr>
        <p:cNvPr id="1" name="Shape 264"/>
        <p:cNvGrpSpPr/>
        <p:nvPr/>
      </p:nvGrpSpPr>
      <p:grpSpPr>
        <a:xfrm>
          <a:off x="0" y="0"/>
          <a:ext cx="0" cy="0"/>
          <a:chOff x="0" y="0"/>
          <a:chExt cx="0" cy="0"/>
        </a:xfrm>
      </p:grpSpPr>
      <p:sp>
        <p:nvSpPr>
          <p:cNvPr id="265" name="Google Shape;265;p24"/>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66" name="Google Shape;266;p24"/>
          <p:cNvGrpSpPr/>
          <p:nvPr/>
        </p:nvGrpSpPr>
        <p:grpSpPr>
          <a:xfrm>
            <a:off x="232200" y="232800"/>
            <a:ext cx="8937900" cy="4932875"/>
            <a:chOff x="232200" y="232800"/>
            <a:chExt cx="8937900" cy="4932875"/>
          </a:xfrm>
        </p:grpSpPr>
        <p:sp>
          <p:nvSpPr>
            <p:cNvPr id="267" name="Google Shape;267;p24"/>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68" name="Google Shape;268;p24"/>
            <p:cNvCxnSpPr/>
            <p:nvPr/>
          </p:nvCxnSpPr>
          <p:spPr>
            <a:xfrm rot="10800000">
              <a:off x="8911200" y="232800"/>
              <a:ext cx="258900" cy="0"/>
            </a:xfrm>
            <a:prstGeom prst="straightConnector1">
              <a:avLst/>
            </a:prstGeom>
            <a:noFill/>
            <a:ln w="19050" cap="flat" cmpd="sng">
              <a:solidFill>
                <a:schemeClr val="dk1"/>
              </a:solidFill>
              <a:prstDash val="solid"/>
              <a:round/>
              <a:headEnd type="none" w="sm" len="sm"/>
              <a:tailEnd type="none" w="sm" len="sm"/>
            </a:ln>
          </p:spPr>
        </p:cxnSp>
        <p:cxnSp>
          <p:nvCxnSpPr>
            <p:cNvPr id="269" name="Google Shape;269;p24"/>
            <p:cNvCxnSpPr/>
            <p:nvPr/>
          </p:nvCxnSpPr>
          <p:spPr>
            <a:xfrm>
              <a:off x="233525" y="4913075"/>
              <a:ext cx="0" cy="252600"/>
            </a:xfrm>
            <a:prstGeom prst="straightConnector1">
              <a:avLst/>
            </a:prstGeom>
            <a:noFill/>
            <a:ln w="19050" cap="flat" cmpd="sng">
              <a:solidFill>
                <a:schemeClr val="dk1"/>
              </a:solidFill>
              <a:prstDash val="solid"/>
              <a:round/>
              <a:headEnd type="none" w="sm" len="sm"/>
              <a:tailEnd type="none" w="sm" len="sm"/>
            </a:ln>
          </p:spPr>
        </p:cxnSp>
      </p:grpSp>
      <p:sp>
        <p:nvSpPr>
          <p:cNvPr id="270" name="Google Shape;270;p24"/>
          <p:cNvSpPr txBox="1">
            <a:spLocks noGrp="1"/>
          </p:cNvSpPr>
          <p:nvPr>
            <p:ph type="title"/>
          </p:nvPr>
        </p:nvSpPr>
        <p:spPr>
          <a:xfrm>
            <a:off x="722376" y="445025"/>
            <a:ext cx="77085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sz="2800"/>
            </a:lvl1pPr>
            <a:lvl2pPr lvl="1" algn="l">
              <a:lnSpc>
                <a:spcPct val="100000"/>
              </a:lnSpc>
              <a:spcBef>
                <a:spcPts val="0"/>
              </a:spcBef>
              <a:spcAft>
                <a:spcPts val="0"/>
              </a:spcAft>
              <a:buSzPts val="3000"/>
              <a:buNone/>
              <a:defRPr>
                <a:latin typeface="Lato"/>
                <a:ea typeface="Lato"/>
                <a:cs typeface="Lato"/>
                <a:sym typeface="Lato"/>
              </a:defRPr>
            </a:lvl2pPr>
            <a:lvl3pPr lvl="2" algn="l">
              <a:lnSpc>
                <a:spcPct val="100000"/>
              </a:lnSpc>
              <a:spcBef>
                <a:spcPts val="0"/>
              </a:spcBef>
              <a:spcAft>
                <a:spcPts val="0"/>
              </a:spcAft>
              <a:buSzPts val="3000"/>
              <a:buNone/>
              <a:defRPr>
                <a:latin typeface="Lato"/>
                <a:ea typeface="Lato"/>
                <a:cs typeface="Lato"/>
                <a:sym typeface="Lato"/>
              </a:defRPr>
            </a:lvl3pPr>
            <a:lvl4pPr lvl="3" algn="l">
              <a:lnSpc>
                <a:spcPct val="100000"/>
              </a:lnSpc>
              <a:spcBef>
                <a:spcPts val="0"/>
              </a:spcBef>
              <a:spcAft>
                <a:spcPts val="0"/>
              </a:spcAft>
              <a:buSzPts val="3000"/>
              <a:buNone/>
              <a:defRPr>
                <a:latin typeface="Lato"/>
                <a:ea typeface="Lato"/>
                <a:cs typeface="Lato"/>
                <a:sym typeface="Lato"/>
              </a:defRPr>
            </a:lvl4pPr>
            <a:lvl5pPr lvl="4" algn="l">
              <a:lnSpc>
                <a:spcPct val="100000"/>
              </a:lnSpc>
              <a:spcBef>
                <a:spcPts val="0"/>
              </a:spcBef>
              <a:spcAft>
                <a:spcPts val="0"/>
              </a:spcAft>
              <a:buSzPts val="3000"/>
              <a:buNone/>
              <a:defRPr>
                <a:latin typeface="Lato"/>
                <a:ea typeface="Lato"/>
                <a:cs typeface="Lato"/>
                <a:sym typeface="Lato"/>
              </a:defRPr>
            </a:lvl5pPr>
            <a:lvl6pPr lvl="5" algn="l">
              <a:lnSpc>
                <a:spcPct val="100000"/>
              </a:lnSpc>
              <a:spcBef>
                <a:spcPts val="0"/>
              </a:spcBef>
              <a:spcAft>
                <a:spcPts val="0"/>
              </a:spcAft>
              <a:buSzPts val="3000"/>
              <a:buNone/>
              <a:defRPr>
                <a:latin typeface="Lato"/>
                <a:ea typeface="Lato"/>
                <a:cs typeface="Lato"/>
                <a:sym typeface="Lato"/>
              </a:defRPr>
            </a:lvl6pPr>
            <a:lvl7pPr lvl="6" algn="l">
              <a:lnSpc>
                <a:spcPct val="100000"/>
              </a:lnSpc>
              <a:spcBef>
                <a:spcPts val="0"/>
              </a:spcBef>
              <a:spcAft>
                <a:spcPts val="0"/>
              </a:spcAft>
              <a:buSzPts val="3000"/>
              <a:buNone/>
              <a:defRPr>
                <a:latin typeface="Lato"/>
                <a:ea typeface="Lato"/>
                <a:cs typeface="Lato"/>
                <a:sym typeface="Lato"/>
              </a:defRPr>
            </a:lvl7pPr>
            <a:lvl8pPr lvl="7" algn="l">
              <a:lnSpc>
                <a:spcPct val="100000"/>
              </a:lnSpc>
              <a:spcBef>
                <a:spcPts val="0"/>
              </a:spcBef>
              <a:spcAft>
                <a:spcPts val="0"/>
              </a:spcAft>
              <a:buSzPts val="3000"/>
              <a:buNone/>
              <a:defRPr>
                <a:latin typeface="Lato"/>
                <a:ea typeface="Lato"/>
                <a:cs typeface="Lato"/>
                <a:sym typeface="Lato"/>
              </a:defRPr>
            </a:lvl8pPr>
            <a:lvl9pPr lvl="8" algn="l">
              <a:lnSpc>
                <a:spcPct val="100000"/>
              </a:lnSpc>
              <a:spcBef>
                <a:spcPts val="0"/>
              </a:spcBef>
              <a:spcAft>
                <a:spcPts val="0"/>
              </a:spcAft>
              <a:buSzPts val="3000"/>
              <a:buNone/>
              <a:defRPr>
                <a:latin typeface="Lato"/>
                <a:ea typeface="Lato"/>
                <a:cs typeface="Lato"/>
                <a:sym typeface="Lato"/>
              </a:defRPr>
            </a:lvl9pPr>
          </a:lstStyle>
          <a:p>
            <a:endParaRPr/>
          </a:p>
        </p:txBody>
      </p:sp>
      <p:sp>
        <p:nvSpPr>
          <p:cNvPr id="271" name="Google Shape;271;p24"/>
          <p:cNvSpPr txBox="1">
            <a:spLocks noGrp="1"/>
          </p:cNvSpPr>
          <p:nvPr>
            <p:ph type="subTitle" idx="1"/>
          </p:nvPr>
        </p:nvSpPr>
        <p:spPr>
          <a:xfrm>
            <a:off x="713250" y="1017725"/>
            <a:ext cx="7717500" cy="8898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200"/>
              <a:buChar char="●"/>
              <a:defRPr/>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a:endParaRPr/>
          </a:p>
        </p:txBody>
      </p:sp>
      <p:sp>
        <p:nvSpPr>
          <p:cNvPr id="272" name="Google Shape;272;p2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ext 3">
  <p:cSld name="CUSTOM_10_1">
    <p:spTree>
      <p:nvGrpSpPr>
        <p:cNvPr id="1" name="Shape 273"/>
        <p:cNvGrpSpPr/>
        <p:nvPr/>
      </p:nvGrpSpPr>
      <p:grpSpPr>
        <a:xfrm>
          <a:off x="0" y="0"/>
          <a:ext cx="0" cy="0"/>
          <a:chOff x="0" y="0"/>
          <a:chExt cx="0" cy="0"/>
        </a:xfrm>
      </p:grpSpPr>
      <p:sp>
        <p:nvSpPr>
          <p:cNvPr id="274" name="Google Shape;274;p25"/>
          <p:cNvSpPr/>
          <p:nvPr/>
        </p:nvSpPr>
        <p:spPr>
          <a:xfrm>
            <a:off x="7069475" y="3282725"/>
            <a:ext cx="3701700" cy="37017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5" name="Google Shape;275;p25"/>
          <p:cNvGrpSpPr/>
          <p:nvPr/>
        </p:nvGrpSpPr>
        <p:grpSpPr>
          <a:xfrm>
            <a:off x="-19050" y="232800"/>
            <a:ext cx="8930250" cy="5117250"/>
            <a:chOff x="-19050" y="232800"/>
            <a:chExt cx="8930250" cy="5117250"/>
          </a:xfrm>
        </p:grpSpPr>
        <p:sp>
          <p:nvSpPr>
            <p:cNvPr id="276" name="Google Shape;276;p25"/>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77" name="Google Shape;277;p25"/>
            <p:cNvCxnSpPr/>
            <p:nvPr/>
          </p:nvCxnSpPr>
          <p:spPr>
            <a:xfrm rot="10800000">
              <a:off x="-19050" y="232800"/>
              <a:ext cx="258900" cy="0"/>
            </a:xfrm>
            <a:prstGeom prst="straightConnector1">
              <a:avLst/>
            </a:prstGeom>
            <a:noFill/>
            <a:ln w="19050" cap="flat" cmpd="sng">
              <a:solidFill>
                <a:schemeClr val="dk1"/>
              </a:solidFill>
              <a:prstDash val="solid"/>
              <a:round/>
              <a:headEnd type="none" w="sm" len="sm"/>
              <a:tailEnd type="none" w="sm" len="sm"/>
            </a:ln>
          </p:spPr>
        </p:cxnSp>
        <p:cxnSp>
          <p:nvCxnSpPr>
            <p:cNvPr id="278" name="Google Shape;278;p25"/>
            <p:cNvCxnSpPr/>
            <p:nvPr/>
          </p:nvCxnSpPr>
          <p:spPr>
            <a:xfrm rot="10800000">
              <a:off x="8911200" y="4917150"/>
              <a:ext cx="0" cy="432900"/>
            </a:xfrm>
            <a:prstGeom prst="straightConnector1">
              <a:avLst/>
            </a:prstGeom>
            <a:noFill/>
            <a:ln w="19050" cap="flat" cmpd="sng">
              <a:solidFill>
                <a:schemeClr val="dk1"/>
              </a:solidFill>
              <a:prstDash val="solid"/>
              <a:round/>
              <a:headEnd type="none" w="sm" len="sm"/>
              <a:tailEnd type="none" w="sm" len="sm"/>
            </a:ln>
          </p:spPr>
        </p:cxnSp>
      </p:grpSp>
      <p:sp>
        <p:nvSpPr>
          <p:cNvPr id="279" name="Google Shape;279;p25"/>
          <p:cNvSpPr txBox="1">
            <a:spLocks noGrp="1"/>
          </p:cNvSpPr>
          <p:nvPr>
            <p:ph type="title"/>
          </p:nvPr>
        </p:nvSpPr>
        <p:spPr>
          <a:xfrm>
            <a:off x="722326" y="445025"/>
            <a:ext cx="77085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sz="2800"/>
            </a:lvl1pPr>
            <a:lvl2pPr lvl="1" algn="l">
              <a:lnSpc>
                <a:spcPct val="100000"/>
              </a:lnSpc>
              <a:spcBef>
                <a:spcPts val="0"/>
              </a:spcBef>
              <a:spcAft>
                <a:spcPts val="0"/>
              </a:spcAft>
              <a:buSzPts val="3000"/>
              <a:buNone/>
              <a:defRPr>
                <a:latin typeface="Lato"/>
                <a:ea typeface="Lato"/>
                <a:cs typeface="Lato"/>
                <a:sym typeface="Lato"/>
              </a:defRPr>
            </a:lvl2pPr>
            <a:lvl3pPr lvl="2" algn="l">
              <a:lnSpc>
                <a:spcPct val="100000"/>
              </a:lnSpc>
              <a:spcBef>
                <a:spcPts val="0"/>
              </a:spcBef>
              <a:spcAft>
                <a:spcPts val="0"/>
              </a:spcAft>
              <a:buSzPts val="3000"/>
              <a:buNone/>
              <a:defRPr>
                <a:latin typeface="Lato"/>
                <a:ea typeface="Lato"/>
                <a:cs typeface="Lato"/>
                <a:sym typeface="Lato"/>
              </a:defRPr>
            </a:lvl3pPr>
            <a:lvl4pPr lvl="3" algn="l">
              <a:lnSpc>
                <a:spcPct val="100000"/>
              </a:lnSpc>
              <a:spcBef>
                <a:spcPts val="0"/>
              </a:spcBef>
              <a:spcAft>
                <a:spcPts val="0"/>
              </a:spcAft>
              <a:buSzPts val="3000"/>
              <a:buNone/>
              <a:defRPr>
                <a:latin typeface="Lato"/>
                <a:ea typeface="Lato"/>
                <a:cs typeface="Lato"/>
                <a:sym typeface="Lato"/>
              </a:defRPr>
            </a:lvl4pPr>
            <a:lvl5pPr lvl="4" algn="l">
              <a:lnSpc>
                <a:spcPct val="100000"/>
              </a:lnSpc>
              <a:spcBef>
                <a:spcPts val="0"/>
              </a:spcBef>
              <a:spcAft>
                <a:spcPts val="0"/>
              </a:spcAft>
              <a:buSzPts val="3000"/>
              <a:buNone/>
              <a:defRPr>
                <a:latin typeface="Lato"/>
                <a:ea typeface="Lato"/>
                <a:cs typeface="Lato"/>
                <a:sym typeface="Lato"/>
              </a:defRPr>
            </a:lvl5pPr>
            <a:lvl6pPr lvl="5" algn="l">
              <a:lnSpc>
                <a:spcPct val="100000"/>
              </a:lnSpc>
              <a:spcBef>
                <a:spcPts val="0"/>
              </a:spcBef>
              <a:spcAft>
                <a:spcPts val="0"/>
              </a:spcAft>
              <a:buSzPts val="3000"/>
              <a:buNone/>
              <a:defRPr>
                <a:latin typeface="Lato"/>
                <a:ea typeface="Lato"/>
                <a:cs typeface="Lato"/>
                <a:sym typeface="Lato"/>
              </a:defRPr>
            </a:lvl6pPr>
            <a:lvl7pPr lvl="6" algn="l">
              <a:lnSpc>
                <a:spcPct val="100000"/>
              </a:lnSpc>
              <a:spcBef>
                <a:spcPts val="0"/>
              </a:spcBef>
              <a:spcAft>
                <a:spcPts val="0"/>
              </a:spcAft>
              <a:buSzPts val="3000"/>
              <a:buNone/>
              <a:defRPr>
                <a:latin typeface="Lato"/>
                <a:ea typeface="Lato"/>
                <a:cs typeface="Lato"/>
                <a:sym typeface="Lato"/>
              </a:defRPr>
            </a:lvl7pPr>
            <a:lvl8pPr lvl="7" algn="l">
              <a:lnSpc>
                <a:spcPct val="100000"/>
              </a:lnSpc>
              <a:spcBef>
                <a:spcPts val="0"/>
              </a:spcBef>
              <a:spcAft>
                <a:spcPts val="0"/>
              </a:spcAft>
              <a:buSzPts val="3000"/>
              <a:buNone/>
              <a:defRPr>
                <a:latin typeface="Lato"/>
                <a:ea typeface="Lato"/>
                <a:cs typeface="Lato"/>
                <a:sym typeface="Lato"/>
              </a:defRPr>
            </a:lvl8pPr>
            <a:lvl9pPr lvl="8" algn="l">
              <a:lnSpc>
                <a:spcPct val="100000"/>
              </a:lnSpc>
              <a:spcBef>
                <a:spcPts val="0"/>
              </a:spcBef>
              <a:spcAft>
                <a:spcPts val="0"/>
              </a:spcAft>
              <a:buSzPts val="3000"/>
              <a:buNone/>
              <a:defRPr>
                <a:latin typeface="Lato"/>
                <a:ea typeface="Lato"/>
                <a:cs typeface="Lato"/>
                <a:sym typeface="Lato"/>
              </a:defRPr>
            </a:lvl9pPr>
          </a:lstStyle>
          <a:p>
            <a:endParaRPr/>
          </a:p>
        </p:txBody>
      </p:sp>
      <p:sp>
        <p:nvSpPr>
          <p:cNvPr id="280" name="Google Shape;280;p25"/>
          <p:cNvSpPr txBox="1">
            <a:spLocks noGrp="1"/>
          </p:cNvSpPr>
          <p:nvPr>
            <p:ph type="subTitle" idx="1"/>
          </p:nvPr>
        </p:nvSpPr>
        <p:spPr>
          <a:xfrm>
            <a:off x="713175" y="1421525"/>
            <a:ext cx="5945400" cy="26007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200"/>
              <a:buChar char="●"/>
              <a:defRPr/>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a:endParaRPr/>
          </a:p>
        </p:txBody>
      </p:sp>
      <p:sp>
        <p:nvSpPr>
          <p:cNvPr id="281" name="Google Shape;281;p2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82"/>
        <p:cNvGrpSpPr/>
        <p:nvPr/>
      </p:nvGrpSpPr>
      <p:grpSpPr>
        <a:xfrm>
          <a:off x="0" y="0"/>
          <a:ext cx="0" cy="0"/>
          <a:chOff x="0" y="0"/>
          <a:chExt cx="0" cy="0"/>
        </a:xfrm>
      </p:grpSpPr>
      <p:sp>
        <p:nvSpPr>
          <p:cNvPr id="283" name="Google Shape;283;p26"/>
          <p:cNvSpPr/>
          <p:nvPr/>
        </p:nvSpPr>
        <p:spPr>
          <a:xfrm>
            <a:off x="-2613450" y="-126025"/>
            <a:ext cx="5402100" cy="54021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84" name="Google Shape;284;p26"/>
          <p:cNvGrpSpPr/>
          <p:nvPr/>
        </p:nvGrpSpPr>
        <p:grpSpPr>
          <a:xfrm>
            <a:off x="727425" y="-49275"/>
            <a:ext cx="7703400" cy="5243325"/>
            <a:chOff x="727425" y="-49275"/>
            <a:chExt cx="7703400" cy="5243325"/>
          </a:xfrm>
        </p:grpSpPr>
        <p:sp>
          <p:nvSpPr>
            <p:cNvPr id="285" name="Google Shape;285;p26"/>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86" name="Google Shape;286;p26"/>
            <p:cNvCxnSpPr/>
            <p:nvPr/>
          </p:nvCxnSpPr>
          <p:spPr>
            <a:xfrm rot="10800000">
              <a:off x="727425" y="-49275"/>
              <a:ext cx="0" cy="585600"/>
            </a:xfrm>
            <a:prstGeom prst="straightConnector1">
              <a:avLst/>
            </a:prstGeom>
            <a:noFill/>
            <a:ln w="19050" cap="flat" cmpd="sng">
              <a:solidFill>
                <a:schemeClr val="dk1"/>
              </a:solidFill>
              <a:prstDash val="solid"/>
              <a:round/>
              <a:headEnd type="none" w="sm" len="sm"/>
              <a:tailEnd type="none" w="sm" len="sm"/>
            </a:ln>
          </p:spPr>
        </p:cxnSp>
        <p:cxnSp>
          <p:nvCxnSpPr>
            <p:cNvPr id="287" name="Google Shape;287;p26"/>
            <p:cNvCxnSpPr/>
            <p:nvPr/>
          </p:nvCxnSpPr>
          <p:spPr>
            <a:xfrm rot="10800000">
              <a:off x="8430775" y="4608450"/>
              <a:ext cx="0" cy="585600"/>
            </a:xfrm>
            <a:prstGeom prst="straightConnector1">
              <a:avLst/>
            </a:prstGeom>
            <a:noFill/>
            <a:ln w="19050" cap="flat" cmpd="sng">
              <a:solidFill>
                <a:schemeClr val="dk1"/>
              </a:solidFill>
              <a:prstDash val="solid"/>
              <a:round/>
              <a:headEnd type="none" w="sm" len="sm"/>
              <a:tailEnd type="none" w="sm" len="sm"/>
            </a:ln>
          </p:spPr>
        </p:cxnSp>
      </p:grpSp>
      <p:sp>
        <p:nvSpPr>
          <p:cNvPr id="288" name="Google Shape;288;p26"/>
          <p:cNvSpPr txBox="1">
            <a:spLocks noGrp="1"/>
          </p:cNvSpPr>
          <p:nvPr>
            <p:ph type="title"/>
          </p:nvPr>
        </p:nvSpPr>
        <p:spPr>
          <a:xfrm>
            <a:off x="3496850" y="1021763"/>
            <a:ext cx="4294800" cy="20952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800"/>
              <a:buNone/>
              <a:defRPr sz="40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89" name="Google Shape;289;p26"/>
          <p:cNvSpPr txBox="1">
            <a:spLocks noGrp="1"/>
          </p:cNvSpPr>
          <p:nvPr>
            <p:ph type="subTitle" idx="1"/>
          </p:nvPr>
        </p:nvSpPr>
        <p:spPr>
          <a:xfrm>
            <a:off x="3496850" y="3117038"/>
            <a:ext cx="4294800" cy="1004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90" name="Google Shape;290;p2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2"/>
        </a:solidFill>
        <a:effectLst/>
      </p:bgPr>
    </p:bg>
    <p:spTree>
      <p:nvGrpSpPr>
        <p:cNvPr id="1" name="Shape 291"/>
        <p:cNvGrpSpPr/>
        <p:nvPr/>
      </p:nvGrpSpPr>
      <p:grpSpPr>
        <a:xfrm>
          <a:off x="0" y="0"/>
          <a:ext cx="0" cy="0"/>
          <a:chOff x="0" y="0"/>
          <a:chExt cx="0" cy="0"/>
        </a:xfrm>
      </p:grpSpPr>
      <p:sp>
        <p:nvSpPr>
          <p:cNvPr id="292" name="Google Shape;292;p2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293"/>
        <p:cNvGrpSpPr/>
        <p:nvPr/>
      </p:nvGrpSpPr>
      <p:grpSpPr>
        <a:xfrm>
          <a:off x="0" y="0"/>
          <a:ext cx="0" cy="0"/>
          <a:chOff x="0" y="0"/>
          <a:chExt cx="0" cy="0"/>
        </a:xfrm>
      </p:grpSpPr>
      <p:sp>
        <p:nvSpPr>
          <p:cNvPr id="294" name="Google Shape;294;p28"/>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95" name="Google Shape;295;p28"/>
          <p:cNvGrpSpPr/>
          <p:nvPr/>
        </p:nvGrpSpPr>
        <p:grpSpPr>
          <a:xfrm>
            <a:off x="232200" y="-49400"/>
            <a:ext cx="8679000" cy="5250800"/>
            <a:chOff x="232200" y="-49400"/>
            <a:chExt cx="8679000" cy="5250800"/>
          </a:xfrm>
        </p:grpSpPr>
        <p:sp>
          <p:nvSpPr>
            <p:cNvPr id="296" name="Google Shape;296;p28"/>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97" name="Google Shape;297;p28"/>
            <p:cNvGrpSpPr/>
            <p:nvPr/>
          </p:nvGrpSpPr>
          <p:grpSpPr>
            <a:xfrm>
              <a:off x="232200" y="-49400"/>
              <a:ext cx="8679000" cy="5250800"/>
              <a:chOff x="232200" y="-49400"/>
              <a:chExt cx="8679000" cy="5250800"/>
            </a:xfrm>
          </p:grpSpPr>
          <p:cxnSp>
            <p:nvCxnSpPr>
              <p:cNvPr id="298" name="Google Shape;298;p28"/>
              <p:cNvCxnSpPr/>
              <p:nvPr/>
            </p:nvCxnSpPr>
            <p:spPr>
              <a:xfrm rot="10800000">
                <a:off x="232200" y="-49400"/>
                <a:ext cx="0" cy="284100"/>
              </a:xfrm>
              <a:prstGeom prst="straightConnector1">
                <a:avLst/>
              </a:prstGeom>
              <a:noFill/>
              <a:ln w="19050" cap="flat" cmpd="sng">
                <a:solidFill>
                  <a:schemeClr val="dk1"/>
                </a:solidFill>
                <a:prstDash val="solid"/>
                <a:round/>
                <a:headEnd type="none" w="sm" len="sm"/>
                <a:tailEnd type="none" w="sm" len="sm"/>
              </a:ln>
            </p:spPr>
          </p:cxnSp>
          <p:cxnSp>
            <p:nvCxnSpPr>
              <p:cNvPr id="299" name="Google Shape;299;p28"/>
              <p:cNvCxnSpPr/>
              <p:nvPr/>
            </p:nvCxnSpPr>
            <p:spPr>
              <a:xfrm rot="10800000">
                <a:off x="8911200" y="4917300"/>
                <a:ext cx="0" cy="284100"/>
              </a:xfrm>
              <a:prstGeom prst="straightConnector1">
                <a:avLst/>
              </a:prstGeom>
              <a:noFill/>
              <a:ln w="19050" cap="flat" cmpd="sng">
                <a:solidFill>
                  <a:schemeClr val="dk1"/>
                </a:solidFill>
                <a:prstDash val="solid"/>
                <a:round/>
                <a:headEnd type="none" w="sm" len="sm"/>
                <a:tailEnd type="none" w="sm" len="sm"/>
              </a:ln>
            </p:spPr>
          </p:cxnSp>
        </p:grpSp>
      </p:grpSp>
      <p:sp>
        <p:nvSpPr>
          <p:cNvPr id="300" name="Google Shape;300;p2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ackground 1">
  <p:cSld name="CUSTOM_8">
    <p:spTree>
      <p:nvGrpSpPr>
        <p:cNvPr id="1" name="Shape 301"/>
        <p:cNvGrpSpPr/>
        <p:nvPr/>
      </p:nvGrpSpPr>
      <p:grpSpPr>
        <a:xfrm>
          <a:off x="0" y="0"/>
          <a:ext cx="0" cy="0"/>
          <a:chOff x="0" y="0"/>
          <a:chExt cx="0" cy="0"/>
        </a:xfrm>
      </p:grpSpPr>
      <p:sp>
        <p:nvSpPr>
          <p:cNvPr id="302" name="Google Shape;302;p29"/>
          <p:cNvSpPr/>
          <p:nvPr/>
        </p:nvSpPr>
        <p:spPr>
          <a:xfrm>
            <a:off x="8141975" y="-88657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03" name="Google Shape;303;p29"/>
          <p:cNvGrpSpPr/>
          <p:nvPr/>
        </p:nvGrpSpPr>
        <p:grpSpPr>
          <a:xfrm>
            <a:off x="232200" y="232800"/>
            <a:ext cx="9045000" cy="4975500"/>
            <a:chOff x="232200" y="232800"/>
            <a:chExt cx="9045000" cy="4975500"/>
          </a:xfrm>
        </p:grpSpPr>
        <p:sp>
          <p:nvSpPr>
            <p:cNvPr id="304" name="Google Shape;304;p29"/>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05" name="Google Shape;305;p29"/>
            <p:cNvCxnSpPr/>
            <p:nvPr/>
          </p:nvCxnSpPr>
          <p:spPr>
            <a:xfrm>
              <a:off x="8911200" y="232800"/>
              <a:ext cx="366000" cy="0"/>
            </a:xfrm>
            <a:prstGeom prst="straightConnector1">
              <a:avLst/>
            </a:prstGeom>
            <a:noFill/>
            <a:ln w="19050" cap="flat" cmpd="sng">
              <a:solidFill>
                <a:schemeClr val="dk1"/>
              </a:solidFill>
              <a:prstDash val="solid"/>
              <a:round/>
              <a:headEnd type="none" w="sm" len="sm"/>
              <a:tailEnd type="none" w="sm" len="sm"/>
            </a:ln>
          </p:spPr>
        </p:cxnSp>
        <p:cxnSp>
          <p:nvCxnSpPr>
            <p:cNvPr id="306" name="Google Shape;306;p29"/>
            <p:cNvCxnSpPr/>
            <p:nvPr/>
          </p:nvCxnSpPr>
          <p:spPr>
            <a:xfrm>
              <a:off x="232200" y="4917300"/>
              <a:ext cx="1200" cy="291000"/>
            </a:xfrm>
            <a:prstGeom prst="straightConnector1">
              <a:avLst/>
            </a:prstGeom>
            <a:noFill/>
            <a:ln w="19050" cap="flat" cmpd="sng">
              <a:solidFill>
                <a:schemeClr val="dk1"/>
              </a:solidFill>
              <a:prstDash val="solid"/>
              <a:round/>
              <a:headEnd type="none" w="sm" len="sm"/>
              <a:tailEnd type="none" w="sm" len="sm"/>
            </a:ln>
          </p:spPr>
        </p:cxnSp>
      </p:grpSp>
      <p:sp>
        <p:nvSpPr>
          <p:cNvPr id="307" name="Google Shape;307;p2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Figtree Black"/>
              <a:buNone/>
              <a:defRPr sz="2800" b="0" i="0" u="none" strike="noStrike" cap="none">
                <a:solidFill>
                  <a:schemeClr val="dk1"/>
                </a:solidFill>
                <a:latin typeface="Figtree Black"/>
                <a:ea typeface="Figtree Black"/>
                <a:cs typeface="Figtree Black"/>
                <a:sym typeface="Figtree Black"/>
              </a:defRPr>
            </a:lvl1pPr>
            <a:lvl2pPr marR="0" lvl="1"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2pPr>
            <a:lvl3pPr marR="0" lvl="2"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3pPr>
            <a:lvl4pPr marR="0" lvl="3"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4pPr>
            <a:lvl5pPr marR="0" lvl="4"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5pPr>
            <a:lvl6pPr marR="0" lvl="5"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6pPr>
            <a:lvl7pPr marR="0" lvl="6"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7pPr>
            <a:lvl8pPr marR="0" lvl="7"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8pPr>
            <a:lvl9pPr marR="0" lvl="8"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9pPr>
          </a:lstStyle>
          <a:p>
            <a:endParaRPr/>
          </a:p>
        </p:txBody>
      </p:sp>
      <p:sp>
        <p:nvSpPr>
          <p:cNvPr id="7" name="Google Shape;7;p1"/>
          <p:cNvSpPr txBox="1">
            <a:spLocks noGrp="1"/>
          </p:cNvSpPr>
          <p:nvPr>
            <p:ph type="body" idx="1"/>
          </p:nvPr>
        </p:nvSpPr>
        <p:spPr>
          <a:xfrm>
            <a:off x="713400" y="1152475"/>
            <a:ext cx="7717500" cy="34164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15000"/>
              </a:lnSpc>
              <a:spcBef>
                <a:spcPts val="0"/>
              </a:spcBef>
              <a:spcAft>
                <a:spcPts val="0"/>
              </a:spcAft>
              <a:buClr>
                <a:schemeClr val="dk1"/>
              </a:buClr>
              <a:buSzPts val="1400"/>
              <a:buFont typeface="Hanken Grotesk"/>
              <a:buChar char="●"/>
              <a:defRPr sz="1400" b="0" i="0" u="none" strike="noStrike" cap="none">
                <a:solidFill>
                  <a:schemeClr val="dk1"/>
                </a:solidFill>
                <a:latin typeface="Hanken Grotesk"/>
                <a:ea typeface="Hanken Grotesk"/>
                <a:cs typeface="Hanken Grotesk"/>
                <a:sym typeface="Hanken Grotesk"/>
              </a:defRPr>
            </a:lvl1pPr>
            <a:lvl2pPr marL="914400" marR="0" lvl="1" indent="-317500" algn="l" rtl="0">
              <a:lnSpc>
                <a:spcPct val="115000"/>
              </a:lnSpc>
              <a:spcBef>
                <a:spcPts val="0"/>
              </a:spcBef>
              <a:spcAft>
                <a:spcPts val="0"/>
              </a:spcAft>
              <a:buClr>
                <a:schemeClr val="dk1"/>
              </a:buClr>
              <a:buSzPts val="1400"/>
              <a:buFont typeface="Hanken Grotesk"/>
              <a:buChar char="○"/>
              <a:defRPr sz="1400" b="0" i="0" u="none" strike="noStrike" cap="none">
                <a:solidFill>
                  <a:schemeClr val="dk1"/>
                </a:solidFill>
                <a:latin typeface="Hanken Grotesk"/>
                <a:ea typeface="Hanken Grotesk"/>
                <a:cs typeface="Hanken Grotesk"/>
                <a:sym typeface="Hanken Grotesk"/>
              </a:defRPr>
            </a:lvl2pPr>
            <a:lvl3pPr marL="1371600" marR="0" lvl="2" indent="-317500" algn="l" rtl="0">
              <a:lnSpc>
                <a:spcPct val="115000"/>
              </a:lnSpc>
              <a:spcBef>
                <a:spcPts val="0"/>
              </a:spcBef>
              <a:spcAft>
                <a:spcPts val="0"/>
              </a:spcAft>
              <a:buClr>
                <a:schemeClr val="dk1"/>
              </a:buClr>
              <a:buSzPts val="1400"/>
              <a:buFont typeface="Hanken Grotesk"/>
              <a:buChar char="■"/>
              <a:defRPr sz="1400" b="0" i="0" u="none" strike="noStrike" cap="none">
                <a:solidFill>
                  <a:schemeClr val="dk1"/>
                </a:solidFill>
                <a:latin typeface="Hanken Grotesk"/>
                <a:ea typeface="Hanken Grotesk"/>
                <a:cs typeface="Hanken Grotesk"/>
                <a:sym typeface="Hanken Grotesk"/>
              </a:defRPr>
            </a:lvl3pPr>
            <a:lvl4pPr marL="1828800" marR="0" lvl="3" indent="-317500" algn="l" rtl="0">
              <a:lnSpc>
                <a:spcPct val="115000"/>
              </a:lnSpc>
              <a:spcBef>
                <a:spcPts val="0"/>
              </a:spcBef>
              <a:spcAft>
                <a:spcPts val="0"/>
              </a:spcAft>
              <a:buClr>
                <a:schemeClr val="dk1"/>
              </a:buClr>
              <a:buSzPts val="1400"/>
              <a:buFont typeface="Hanken Grotesk"/>
              <a:buChar char="●"/>
              <a:defRPr sz="1400" b="0" i="0" u="none" strike="noStrike" cap="none">
                <a:solidFill>
                  <a:schemeClr val="dk1"/>
                </a:solidFill>
                <a:latin typeface="Hanken Grotesk"/>
                <a:ea typeface="Hanken Grotesk"/>
                <a:cs typeface="Hanken Grotesk"/>
                <a:sym typeface="Hanken Grotesk"/>
              </a:defRPr>
            </a:lvl4pPr>
            <a:lvl5pPr marL="2286000" marR="0" lvl="4" indent="-317500" algn="l" rtl="0">
              <a:lnSpc>
                <a:spcPct val="115000"/>
              </a:lnSpc>
              <a:spcBef>
                <a:spcPts val="0"/>
              </a:spcBef>
              <a:spcAft>
                <a:spcPts val="0"/>
              </a:spcAft>
              <a:buClr>
                <a:schemeClr val="dk1"/>
              </a:buClr>
              <a:buSzPts val="1400"/>
              <a:buFont typeface="Hanken Grotesk"/>
              <a:buChar char="○"/>
              <a:defRPr sz="1400" b="0" i="0" u="none" strike="noStrike" cap="none">
                <a:solidFill>
                  <a:schemeClr val="dk1"/>
                </a:solidFill>
                <a:latin typeface="Hanken Grotesk"/>
                <a:ea typeface="Hanken Grotesk"/>
                <a:cs typeface="Hanken Grotesk"/>
                <a:sym typeface="Hanken Grotesk"/>
              </a:defRPr>
            </a:lvl5pPr>
            <a:lvl6pPr marL="2743200" marR="0" lvl="5" indent="-317500" algn="l" rtl="0">
              <a:lnSpc>
                <a:spcPct val="115000"/>
              </a:lnSpc>
              <a:spcBef>
                <a:spcPts val="0"/>
              </a:spcBef>
              <a:spcAft>
                <a:spcPts val="0"/>
              </a:spcAft>
              <a:buClr>
                <a:schemeClr val="dk1"/>
              </a:buClr>
              <a:buSzPts val="1400"/>
              <a:buFont typeface="Hanken Grotesk"/>
              <a:buChar char="■"/>
              <a:defRPr sz="1400" b="0" i="0" u="none" strike="noStrike" cap="none">
                <a:solidFill>
                  <a:schemeClr val="dk1"/>
                </a:solidFill>
                <a:latin typeface="Hanken Grotesk"/>
                <a:ea typeface="Hanken Grotesk"/>
                <a:cs typeface="Hanken Grotesk"/>
                <a:sym typeface="Hanken Grotesk"/>
              </a:defRPr>
            </a:lvl6pPr>
            <a:lvl7pPr marL="3200400" marR="0" lvl="6" indent="-317500" algn="l" rtl="0">
              <a:lnSpc>
                <a:spcPct val="115000"/>
              </a:lnSpc>
              <a:spcBef>
                <a:spcPts val="0"/>
              </a:spcBef>
              <a:spcAft>
                <a:spcPts val="0"/>
              </a:spcAft>
              <a:buClr>
                <a:schemeClr val="dk1"/>
              </a:buClr>
              <a:buSzPts val="1400"/>
              <a:buFont typeface="Hanken Grotesk"/>
              <a:buChar char="●"/>
              <a:defRPr sz="1400" b="0" i="0" u="none" strike="noStrike" cap="none">
                <a:solidFill>
                  <a:schemeClr val="dk1"/>
                </a:solidFill>
                <a:latin typeface="Hanken Grotesk"/>
                <a:ea typeface="Hanken Grotesk"/>
                <a:cs typeface="Hanken Grotesk"/>
                <a:sym typeface="Hanken Grotesk"/>
              </a:defRPr>
            </a:lvl7pPr>
            <a:lvl8pPr marL="3657600" marR="0" lvl="7" indent="-317500" algn="l" rtl="0">
              <a:lnSpc>
                <a:spcPct val="115000"/>
              </a:lnSpc>
              <a:spcBef>
                <a:spcPts val="0"/>
              </a:spcBef>
              <a:spcAft>
                <a:spcPts val="0"/>
              </a:spcAft>
              <a:buClr>
                <a:schemeClr val="dk1"/>
              </a:buClr>
              <a:buSzPts val="1400"/>
              <a:buFont typeface="Hanken Grotesk"/>
              <a:buChar char="○"/>
              <a:defRPr sz="1400" b="0" i="0" u="none" strike="noStrike" cap="none">
                <a:solidFill>
                  <a:schemeClr val="dk1"/>
                </a:solidFill>
                <a:latin typeface="Hanken Grotesk"/>
                <a:ea typeface="Hanken Grotesk"/>
                <a:cs typeface="Hanken Grotesk"/>
                <a:sym typeface="Hanken Grotesk"/>
              </a:defRPr>
            </a:lvl8pPr>
            <a:lvl9pPr marL="4114800" marR="0" lvl="8" indent="-317500" algn="l" rtl="0">
              <a:lnSpc>
                <a:spcPct val="115000"/>
              </a:lnSpc>
              <a:spcBef>
                <a:spcPts val="0"/>
              </a:spcBef>
              <a:spcAft>
                <a:spcPts val="0"/>
              </a:spcAft>
              <a:buClr>
                <a:schemeClr val="dk1"/>
              </a:buClr>
              <a:buSzPts val="1400"/>
              <a:buFont typeface="Hanken Grotesk"/>
              <a:buChar char="■"/>
              <a:defRPr sz="1400" b="0" i="0" u="none" strike="noStrike" cap="none">
                <a:solidFill>
                  <a:schemeClr val="dk1"/>
                </a:solidFill>
                <a:latin typeface="Hanken Grotesk"/>
                <a:ea typeface="Hanken Grotesk"/>
                <a:cs typeface="Hanken Grotesk"/>
                <a:sym typeface="Hanken Grotesk"/>
              </a:defRPr>
            </a:lvl9pPr>
          </a:lstStyle>
          <a:p>
            <a:endParaRPr/>
          </a:p>
        </p:txBody>
      </p:sp>
      <p:sp>
        <p:nvSpPr>
          <p:cNvPr id="8" name="Google Shape;8;p1"/>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chemeClr val="dk1"/>
                </a:solidFill>
                <a:latin typeface="Hanken Grotesk"/>
                <a:ea typeface="Hanken Grotesk"/>
                <a:cs typeface="Hanken Grotesk"/>
                <a:sym typeface="Hanken Grotesk"/>
              </a:defRPr>
            </a:lvl1pPr>
            <a:lvl2pPr lvl="1" algn="r">
              <a:buNone/>
              <a:defRPr sz="1300">
                <a:solidFill>
                  <a:schemeClr val="dk1"/>
                </a:solidFill>
                <a:latin typeface="Hanken Grotesk"/>
                <a:ea typeface="Hanken Grotesk"/>
                <a:cs typeface="Hanken Grotesk"/>
                <a:sym typeface="Hanken Grotesk"/>
              </a:defRPr>
            </a:lvl2pPr>
            <a:lvl3pPr lvl="2" algn="r">
              <a:buNone/>
              <a:defRPr sz="1300">
                <a:solidFill>
                  <a:schemeClr val="dk1"/>
                </a:solidFill>
                <a:latin typeface="Hanken Grotesk"/>
                <a:ea typeface="Hanken Grotesk"/>
                <a:cs typeface="Hanken Grotesk"/>
                <a:sym typeface="Hanken Grotesk"/>
              </a:defRPr>
            </a:lvl3pPr>
            <a:lvl4pPr lvl="3" algn="r">
              <a:buNone/>
              <a:defRPr sz="1300">
                <a:solidFill>
                  <a:schemeClr val="dk1"/>
                </a:solidFill>
                <a:latin typeface="Hanken Grotesk"/>
                <a:ea typeface="Hanken Grotesk"/>
                <a:cs typeface="Hanken Grotesk"/>
                <a:sym typeface="Hanken Grotesk"/>
              </a:defRPr>
            </a:lvl4pPr>
            <a:lvl5pPr lvl="4" algn="r">
              <a:buNone/>
              <a:defRPr sz="1300">
                <a:solidFill>
                  <a:schemeClr val="dk1"/>
                </a:solidFill>
                <a:latin typeface="Hanken Grotesk"/>
                <a:ea typeface="Hanken Grotesk"/>
                <a:cs typeface="Hanken Grotesk"/>
                <a:sym typeface="Hanken Grotesk"/>
              </a:defRPr>
            </a:lvl5pPr>
            <a:lvl6pPr lvl="5" algn="r">
              <a:buNone/>
              <a:defRPr sz="1300">
                <a:solidFill>
                  <a:schemeClr val="dk1"/>
                </a:solidFill>
                <a:latin typeface="Hanken Grotesk"/>
                <a:ea typeface="Hanken Grotesk"/>
                <a:cs typeface="Hanken Grotesk"/>
                <a:sym typeface="Hanken Grotesk"/>
              </a:defRPr>
            </a:lvl6pPr>
            <a:lvl7pPr lvl="6" algn="r">
              <a:buNone/>
              <a:defRPr sz="1300">
                <a:solidFill>
                  <a:schemeClr val="dk1"/>
                </a:solidFill>
                <a:latin typeface="Hanken Grotesk"/>
                <a:ea typeface="Hanken Grotesk"/>
                <a:cs typeface="Hanken Grotesk"/>
                <a:sym typeface="Hanken Grotesk"/>
              </a:defRPr>
            </a:lvl7pPr>
            <a:lvl8pPr lvl="7" algn="r">
              <a:buNone/>
              <a:defRPr sz="1300">
                <a:solidFill>
                  <a:schemeClr val="dk1"/>
                </a:solidFill>
                <a:latin typeface="Hanken Grotesk"/>
                <a:ea typeface="Hanken Grotesk"/>
                <a:cs typeface="Hanken Grotesk"/>
                <a:sym typeface="Hanken Grotesk"/>
              </a:defRPr>
            </a:lvl8pPr>
            <a:lvl9pPr lvl="8" algn="r">
              <a:buNone/>
              <a:defRPr sz="1300">
                <a:solidFill>
                  <a:schemeClr val="dk1"/>
                </a:solidFill>
                <a:latin typeface="Hanken Grotesk"/>
                <a:ea typeface="Hanken Grotesk"/>
                <a:cs typeface="Hanken Grotesk"/>
                <a:sym typeface="Hanken Grotesk"/>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7.jp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30"/>
          <p:cNvSpPr txBox="1">
            <a:spLocks noGrp="1"/>
          </p:cNvSpPr>
          <p:nvPr>
            <p:ph type="ctrTitle"/>
          </p:nvPr>
        </p:nvSpPr>
        <p:spPr>
          <a:xfrm>
            <a:off x="1971000" y="688274"/>
            <a:ext cx="5202000" cy="7845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5200"/>
              <a:buNone/>
            </a:pPr>
            <a:r>
              <a:rPr lang="en" sz="2400"/>
              <a:t>Quantum Machine Learning for Sentiment Analysis</a:t>
            </a:r>
            <a:endParaRPr sz="2400"/>
          </a:p>
        </p:txBody>
      </p:sp>
      <p:sp>
        <p:nvSpPr>
          <p:cNvPr id="313" name="Google Shape;313;p3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000"/>
              <a:t>1</a:t>
            </a:fld>
            <a:endParaRPr sz="1000"/>
          </a:p>
        </p:txBody>
      </p:sp>
      <p:sp>
        <p:nvSpPr>
          <p:cNvPr id="314" name="Google Shape;314;p30"/>
          <p:cNvSpPr txBox="1"/>
          <p:nvPr/>
        </p:nvSpPr>
        <p:spPr>
          <a:xfrm>
            <a:off x="2074350" y="1387175"/>
            <a:ext cx="4995300" cy="1512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chemeClr val="dk1"/>
                </a:solidFill>
                <a:latin typeface="Hanken Grotesk"/>
                <a:ea typeface="Hanken Grotesk"/>
                <a:cs typeface="Hanken Grotesk"/>
                <a:sym typeface="Hanken Grotesk"/>
              </a:rPr>
              <a:t>Ashutosh Rai</a:t>
            </a:r>
            <a:endParaRPr b="1">
              <a:solidFill>
                <a:schemeClr val="dk1"/>
              </a:solidFill>
              <a:latin typeface="Hanken Grotesk"/>
              <a:ea typeface="Hanken Grotesk"/>
              <a:cs typeface="Hanken Grotesk"/>
              <a:sym typeface="Hanken Grotesk"/>
            </a:endParaRPr>
          </a:p>
          <a:p>
            <a:pPr marL="0" lvl="0" indent="0" algn="ctr" rtl="0">
              <a:spcBef>
                <a:spcPts val="0"/>
              </a:spcBef>
              <a:spcAft>
                <a:spcPts val="0"/>
              </a:spcAft>
              <a:buNone/>
            </a:pPr>
            <a:r>
              <a:rPr lang="en" b="1">
                <a:solidFill>
                  <a:schemeClr val="dk1"/>
                </a:solidFill>
                <a:latin typeface="Hanken Grotesk"/>
                <a:ea typeface="Hanken Grotesk"/>
                <a:cs typeface="Hanken Grotesk"/>
                <a:sym typeface="Hanken Grotesk"/>
              </a:rPr>
              <a:t>Scholar No: 2422308</a:t>
            </a:r>
            <a:endParaRPr b="1">
              <a:solidFill>
                <a:schemeClr val="dk1"/>
              </a:solidFill>
              <a:latin typeface="Hanken Grotesk"/>
              <a:ea typeface="Hanken Grotesk"/>
              <a:cs typeface="Hanken Grotesk"/>
              <a:sym typeface="Hanken Grotesk"/>
            </a:endParaRPr>
          </a:p>
          <a:p>
            <a:pPr marL="0" lvl="0" indent="0" algn="ctr" rtl="0">
              <a:spcBef>
                <a:spcPts val="0"/>
              </a:spcBef>
              <a:spcAft>
                <a:spcPts val="0"/>
              </a:spcAft>
              <a:buNone/>
            </a:pPr>
            <a:r>
              <a:rPr lang="en">
                <a:solidFill>
                  <a:schemeClr val="dk1"/>
                </a:solidFill>
                <a:latin typeface="Hanken Grotesk"/>
                <a:ea typeface="Hanken Grotesk"/>
                <a:cs typeface="Hanken Grotesk"/>
                <a:sym typeface="Hanken Grotesk"/>
              </a:rPr>
              <a:t>Under the Supervision of</a:t>
            </a:r>
            <a:endParaRPr>
              <a:solidFill>
                <a:schemeClr val="dk1"/>
              </a:solidFill>
              <a:latin typeface="Hanken Grotesk"/>
              <a:ea typeface="Hanken Grotesk"/>
              <a:cs typeface="Hanken Grotesk"/>
              <a:sym typeface="Hanken Grotesk"/>
            </a:endParaRPr>
          </a:p>
          <a:p>
            <a:pPr marL="0" lvl="0" indent="0" algn="ctr" rtl="0">
              <a:spcBef>
                <a:spcPts val="0"/>
              </a:spcBef>
              <a:spcAft>
                <a:spcPts val="0"/>
              </a:spcAft>
              <a:buNone/>
            </a:pPr>
            <a:r>
              <a:rPr lang="en" b="1">
                <a:solidFill>
                  <a:schemeClr val="dk1"/>
                </a:solidFill>
                <a:latin typeface="Hanken Grotesk"/>
                <a:ea typeface="Hanken Grotesk"/>
                <a:cs typeface="Hanken Grotesk"/>
                <a:sym typeface="Hanken Grotesk"/>
              </a:rPr>
              <a:t>Dr. Partha Pakray</a:t>
            </a:r>
            <a:endParaRPr b="1">
              <a:solidFill>
                <a:schemeClr val="dk1"/>
              </a:solidFill>
              <a:latin typeface="Hanken Grotesk"/>
              <a:ea typeface="Hanken Grotesk"/>
              <a:cs typeface="Hanken Grotesk"/>
              <a:sym typeface="Hanken Grotesk"/>
            </a:endParaRPr>
          </a:p>
          <a:p>
            <a:pPr marL="0" lvl="0" indent="0" algn="ctr" rtl="0">
              <a:spcBef>
                <a:spcPts val="0"/>
              </a:spcBef>
              <a:spcAft>
                <a:spcPts val="0"/>
              </a:spcAft>
              <a:buNone/>
            </a:pPr>
            <a:r>
              <a:rPr lang="en">
                <a:solidFill>
                  <a:schemeClr val="dk1"/>
                </a:solidFill>
                <a:latin typeface="Hanken Grotesk"/>
                <a:ea typeface="Hanken Grotesk"/>
                <a:cs typeface="Hanken Grotesk"/>
                <a:sym typeface="Hanken Grotesk"/>
              </a:rPr>
              <a:t>Associate Professor, Dept of CSE</a:t>
            </a:r>
            <a:endParaRPr>
              <a:solidFill>
                <a:schemeClr val="dk1"/>
              </a:solidFill>
              <a:latin typeface="Hanken Grotesk"/>
              <a:ea typeface="Hanken Grotesk"/>
              <a:cs typeface="Hanken Grotesk"/>
              <a:sym typeface="Hanken Grotesk"/>
            </a:endParaRPr>
          </a:p>
        </p:txBody>
      </p:sp>
      <p:pic>
        <p:nvPicPr>
          <p:cNvPr id="315" name="Google Shape;315;p30" title="logo.png"/>
          <p:cNvPicPr preferRelativeResize="0"/>
          <p:nvPr/>
        </p:nvPicPr>
        <p:blipFill>
          <a:blip r:embed="rId3">
            <a:alphaModFix/>
          </a:blip>
          <a:stretch>
            <a:fillRect/>
          </a:stretch>
        </p:blipFill>
        <p:spPr>
          <a:xfrm>
            <a:off x="4041375" y="2636088"/>
            <a:ext cx="1061250" cy="1057875"/>
          </a:xfrm>
          <a:prstGeom prst="rect">
            <a:avLst/>
          </a:prstGeom>
          <a:noFill/>
          <a:ln>
            <a:noFill/>
          </a:ln>
        </p:spPr>
      </p:pic>
      <p:sp>
        <p:nvSpPr>
          <p:cNvPr id="316" name="Google Shape;316;p30"/>
          <p:cNvSpPr txBox="1"/>
          <p:nvPr/>
        </p:nvSpPr>
        <p:spPr>
          <a:xfrm>
            <a:off x="2393850" y="3693950"/>
            <a:ext cx="4356300" cy="826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Hanken Grotesk"/>
                <a:ea typeface="Hanken Grotesk"/>
                <a:cs typeface="Hanken Grotesk"/>
                <a:sym typeface="Hanken Grotesk"/>
              </a:rPr>
              <a:t>Department of Computer Science and Engineering </a:t>
            </a:r>
            <a:endParaRPr>
              <a:solidFill>
                <a:schemeClr val="dk1"/>
              </a:solidFill>
              <a:latin typeface="Hanken Grotesk"/>
              <a:ea typeface="Hanken Grotesk"/>
              <a:cs typeface="Hanken Grotesk"/>
              <a:sym typeface="Hanken Grotesk"/>
            </a:endParaRPr>
          </a:p>
          <a:p>
            <a:pPr marL="0" lvl="0" indent="0" algn="ctr" rtl="0">
              <a:spcBef>
                <a:spcPts val="0"/>
              </a:spcBef>
              <a:spcAft>
                <a:spcPts val="0"/>
              </a:spcAft>
              <a:buNone/>
            </a:pPr>
            <a:r>
              <a:rPr lang="en">
                <a:solidFill>
                  <a:schemeClr val="dk1"/>
                </a:solidFill>
                <a:latin typeface="Hanken Grotesk"/>
                <a:ea typeface="Hanken Grotesk"/>
                <a:cs typeface="Hanken Grotesk"/>
                <a:sym typeface="Hanken Grotesk"/>
              </a:rPr>
              <a:t>National Institute of Technology, Silchar</a:t>
            </a:r>
            <a:endParaRPr>
              <a:solidFill>
                <a:schemeClr val="dk1"/>
              </a:solidFill>
              <a:latin typeface="Hanken Grotesk"/>
              <a:ea typeface="Hanken Grotesk"/>
              <a:cs typeface="Hanken Grotesk"/>
              <a:sym typeface="Hanken Grotes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cxnSp>
        <p:nvCxnSpPr>
          <p:cNvPr id="321" name="Google Shape;321;p31"/>
          <p:cNvCxnSpPr/>
          <p:nvPr/>
        </p:nvCxnSpPr>
        <p:spPr>
          <a:xfrm rot="10800000">
            <a:off x="-121075" y="2482425"/>
            <a:ext cx="6304800" cy="0"/>
          </a:xfrm>
          <a:prstGeom prst="straightConnector1">
            <a:avLst/>
          </a:prstGeom>
          <a:noFill/>
          <a:ln w="19050" cap="flat" cmpd="sng">
            <a:solidFill>
              <a:schemeClr val="dk1"/>
            </a:solidFill>
            <a:prstDash val="solid"/>
            <a:round/>
            <a:headEnd type="none" w="sm" len="sm"/>
            <a:tailEnd type="none" w="sm" len="sm"/>
          </a:ln>
        </p:spPr>
      </p:cxnSp>
      <p:cxnSp>
        <p:nvCxnSpPr>
          <p:cNvPr id="322" name="Google Shape;322;p31"/>
          <p:cNvCxnSpPr>
            <a:stCxn id="323" idx="3"/>
          </p:cNvCxnSpPr>
          <p:nvPr/>
        </p:nvCxnSpPr>
        <p:spPr>
          <a:xfrm>
            <a:off x="1285275" y="1238475"/>
            <a:ext cx="8009700" cy="0"/>
          </a:xfrm>
          <a:prstGeom prst="straightConnector1">
            <a:avLst/>
          </a:prstGeom>
          <a:noFill/>
          <a:ln w="19050" cap="flat" cmpd="sng">
            <a:solidFill>
              <a:schemeClr val="dk1"/>
            </a:solidFill>
            <a:prstDash val="solid"/>
            <a:round/>
            <a:headEnd type="none" w="sm" len="sm"/>
            <a:tailEnd type="none" w="sm" len="sm"/>
          </a:ln>
        </p:spPr>
      </p:cxnSp>
      <p:sp>
        <p:nvSpPr>
          <p:cNvPr id="324" name="Google Shape;324;p31"/>
          <p:cNvSpPr txBox="1">
            <a:spLocks noGrp="1"/>
          </p:cNvSpPr>
          <p:nvPr>
            <p:ph type="title"/>
          </p:nvPr>
        </p:nvSpPr>
        <p:spPr>
          <a:xfrm>
            <a:off x="649825" y="326425"/>
            <a:ext cx="77040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200"/>
              <a:t>Table of contents</a:t>
            </a:r>
            <a:endParaRPr sz="2200"/>
          </a:p>
        </p:txBody>
      </p:sp>
      <p:sp>
        <p:nvSpPr>
          <p:cNvPr id="323" name="Google Shape;323;p31"/>
          <p:cNvSpPr txBox="1">
            <a:spLocks noGrp="1"/>
          </p:cNvSpPr>
          <p:nvPr>
            <p:ph type="title" idx="5"/>
          </p:nvPr>
        </p:nvSpPr>
        <p:spPr>
          <a:xfrm>
            <a:off x="919575" y="1055625"/>
            <a:ext cx="365700" cy="365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SzPts val="3000"/>
              <a:buNone/>
            </a:pPr>
            <a:r>
              <a:rPr lang="en"/>
              <a:t>01</a:t>
            </a:r>
            <a:endParaRPr/>
          </a:p>
        </p:txBody>
      </p:sp>
      <p:sp>
        <p:nvSpPr>
          <p:cNvPr id="325" name="Google Shape;325;p31"/>
          <p:cNvSpPr txBox="1">
            <a:spLocks noGrp="1"/>
          </p:cNvSpPr>
          <p:nvPr>
            <p:ph type="title" idx="6"/>
          </p:nvPr>
        </p:nvSpPr>
        <p:spPr>
          <a:xfrm>
            <a:off x="3528275" y="2338200"/>
            <a:ext cx="365700" cy="365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SzPts val="3000"/>
              <a:buNone/>
            </a:pPr>
            <a:r>
              <a:rPr lang="en"/>
              <a:t>05</a:t>
            </a:r>
            <a:endParaRPr/>
          </a:p>
        </p:txBody>
      </p:sp>
      <p:sp>
        <p:nvSpPr>
          <p:cNvPr id="326" name="Google Shape;326;p31"/>
          <p:cNvSpPr txBox="1">
            <a:spLocks noGrp="1"/>
          </p:cNvSpPr>
          <p:nvPr>
            <p:ph type="title" idx="7"/>
          </p:nvPr>
        </p:nvSpPr>
        <p:spPr>
          <a:xfrm>
            <a:off x="919575" y="2281100"/>
            <a:ext cx="365700" cy="365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SzPts val="3000"/>
              <a:buNone/>
            </a:pPr>
            <a:r>
              <a:rPr lang="en"/>
              <a:t>04</a:t>
            </a:r>
            <a:endParaRPr/>
          </a:p>
        </p:txBody>
      </p:sp>
      <p:sp>
        <p:nvSpPr>
          <p:cNvPr id="327" name="Google Shape;327;p31"/>
          <p:cNvSpPr txBox="1">
            <a:spLocks noGrp="1"/>
          </p:cNvSpPr>
          <p:nvPr>
            <p:ph type="title" idx="8"/>
          </p:nvPr>
        </p:nvSpPr>
        <p:spPr>
          <a:xfrm>
            <a:off x="3528275" y="1055625"/>
            <a:ext cx="365700" cy="365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SzPts val="3000"/>
              <a:buNone/>
            </a:pPr>
            <a:r>
              <a:rPr lang="en"/>
              <a:t>02</a:t>
            </a:r>
            <a:endParaRPr/>
          </a:p>
        </p:txBody>
      </p:sp>
      <p:sp>
        <p:nvSpPr>
          <p:cNvPr id="328" name="Google Shape;328;p31"/>
          <p:cNvSpPr txBox="1">
            <a:spLocks noGrp="1"/>
          </p:cNvSpPr>
          <p:nvPr>
            <p:ph type="title" idx="14"/>
          </p:nvPr>
        </p:nvSpPr>
        <p:spPr>
          <a:xfrm>
            <a:off x="6136975" y="2299575"/>
            <a:ext cx="365700" cy="365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SzPts val="3000"/>
              <a:buNone/>
            </a:pPr>
            <a:r>
              <a:rPr lang="en"/>
              <a:t>06</a:t>
            </a:r>
            <a:endParaRPr/>
          </a:p>
        </p:txBody>
      </p:sp>
      <p:sp>
        <p:nvSpPr>
          <p:cNvPr id="329" name="Google Shape;329;p31"/>
          <p:cNvSpPr txBox="1">
            <a:spLocks noGrp="1"/>
          </p:cNvSpPr>
          <p:nvPr>
            <p:ph type="title" idx="15"/>
          </p:nvPr>
        </p:nvSpPr>
        <p:spPr>
          <a:xfrm>
            <a:off x="6136975" y="1055625"/>
            <a:ext cx="365700" cy="365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SzPts val="3000"/>
              <a:buNone/>
            </a:pPr>
            <a:r>
              <a:rPr lang="en"/>
              <a:t>03</a:t>
            </a:r>
            <a:endParaRPr/>
          </a:p>
        </p:txBody>
      </p:sp>
      <p:sp>
        <p:nvSpPr>
          <p:cNvPr id="330" name="Google Shape;330;p31"/>
          <p:cNvSpPr txBox="1">
            <a:spLocks noGrp="1"/>
          </p:cNvSpPr>
          <p:nvPr>
            <p:ph type="subTitle" idx="16"/>
          </p:nvPr>
        </p:nvSpPr>
        <p:spPr>
          <a:xfrm>
            <a:off x="757500" y="1457613"/>
            <a:ext cx="2305500" cy="3852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SzPts val="2400"/>
              <a:buNone/>
            </a:pPr>
            <a:r>
              <a:rPr lang="en"/>
              <a:t>Introduction</a:t>
            </a:r>
            <a:endParaRPr/>
          </a:p>
        </p:txBody>
      </p:sp>
      <p:sp>
        <p:nvSpPr>
          <p:cNvPr id="331" name="Google Shape;331;p31"/>
          <p:cNvSpPr txBox="1">
            <a:spLocks noGrp="1"/>
          </p:cNvSpPr>
          <p:nvPr>
            <p:ph type="subTitle" idx="17"/>
          </p:nvPr>
        </p:nvSpPr>
        <p:spPr>
          <a:xfrm>
            <a:off x="757500" y="2703898"/>
            <a:ext cx="2305500" cy="3852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SzPts val="2400"/>
              <a:buNone/>
            </a:pPr>
            <a:r>
              <a:rPr lang="en"/>
              <a:t>Research Gap</a:t>
            </a:r>
            <a:endParaRPr/>
          </a:p>
        </p:txBody>
      </p:sp>
      <p:sp>
        <p:nvSpPr>
          <p:cNvPr id="332" name="Google Shape;332;p31"/>
          <p:cNvSpPr txBox="1">
            <a:spLocks noGrp="1"/>
          </p:cNvSpPr>
          <p:nvPr>
            <p:ph type="subTitle" idx="18"/>
          </p:nvPr>
        </p:nvSpPr>
        <p:spPr>
          <a:xfrm>
            <a:off x="3349075" y="2739298"/>
            <a:ext cx="2305500" cy="3852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SzPts val="2400"/>
              <a:buNone/>
            </a:pPr>
            <a:r>
              <a:rPr lang="en"/>
              <a:t>Objectives</a:t>
            </a:r>
            <a:endParaRPr/>
          </a:p>
        </p:txBody>
      </p:sp>
      <p:sp>
        <p:nvSpPr>
          <p:cNvPr id="333" name="Google Shape;333;p31"/>
          <p:cNvSpPr txBox="1">
            <a:spLocks noGrp="1"/>
          </p:cNvSpPr>
          <p:nvPr>
            <p:ph type="subTitle" idx="19"/>
          </p:nvPr>
        </p:nvSpPr>
        <p:spPr>
          <a:xfrm>
            <a:off x="3349075" y="1457625"/>
            <a:ext cx="2305500" cy="3852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SzPts val="2400"/>
              <a:buNone/>
            </a:pPr>
            <a:r>
              <a:rPr lang="en"/>
              <a:t>Motivation</a:t>
            </a:r>
            <a:endParaRPr/>
          </a:p>
        </p:txBody>
      </p:sp>
      <p:sp>
        <p:nvSpPr>
          <p:cNvPr id="334" name="Google Shape;334;p31"/>
          <p:cNvSpPr txBox="1">
            <a:spLocks noGrp="1"/>
          </p:cNvSpPr>
          <p:nvPr>
            <p:ph type="subTitle" idx="20"/>
          </p:nvPr>
        </p:nvSpPr>
        <p:spPr>
          <a:xfrm>
            <a:off x="6048325" y="2703902"/>
            <a:ext cx="2305500" cy="6915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SzPts val="2400"/>
              <a:buNone/>
            </a:pPr>
            <a:r>
              <a:rPr lang="en"/>
              <a:t>Proposed Methodology</a:t>
            </a:r>
            <a:endParaRPr/>
          </a:p>
        </p:txBody>
      </p:sp>
      <p:sp>
        <p:nvSpPr>
          <p:cNvPr id="335" name="Google Shape;335;p31"/>
          <p:cNvSpPr txBox="1">
            <a:spLocks noGrp="1"/>
          </p:cNvSpPr>
          <p:nvPr>
            <p:ph type="subTitle" idx="21"/>
          </p:nvPr>
        </p:nvSpPr>
        <p:spPr>
          <a:xfrm>
            <a:off x="6048325" y="1457625"/>
            <a:ext cx="2305500" cy="3852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SzPts val="2400"/>
              <a:buNone/>
            </a:pPr>
            <a:r>
              <a:rPr lang="en"/>
              <a:t>Literature Survey</a:t>
            </a:r>
            <a:endParaRPr/>
          </a:p>
        </p:txBody>
      </p:sp>
      <p:cxnSp>
        <p:nvCxnSpPr>
          <p:cNvPr id="336" name="Google Shape;336;p31"/>
          <p:cNvCxnSpPr/>
          <p:nvPr/>
        </p:nvCxnSpPr>
        <p:spPr>
          <a:xfrm>
            <a:off x="1406500" y="3713250"/>
            <a:ext cx="8009700" cy="0"/>
          </a:xfrm>
          <a:prstGeom prst="straightConnector1">
            <a:avLst/>
          </a:prstGeom>
          <a:noFill/>
          <a:ln w="19050" cap="flat" cmpd="sng">
            <a:solidFill>
              <a:schemeClr val="dk1"/>
            </a:solidFill>
            <a:prstDash val="solid"/>
            <a:round/>
            <a:headEnd type="none" w="sm" len="sm"/>
            <a:tailEnd type="none" w="sm" len="sm"/>
          </a:ln>
        </p:spPr>
      </p:cxnSp>
      <p:sp>
        <p:nvSpPr>
          <p:cNvPr id="337" name="Google Shape;337;p31"/>
          <p:cNvSpPr txBox="1">
            <a:spLocks noGrp="1"/>
          </p:cNvSpPr>
          <p:nvPr>
            <p:ph type="title" idx="7"/>
          </p:nvPr>
        </p:nvSpPr>
        <p:spPr>
          <a:xfrm>
            <a:off x="1110925" y="3506575"/>
            <a:ext cx="365700" cy="365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SzPts val="3000"/>
              <a:buNone/>
            </a:pPr>
            <a:r>
              <a:rPr lang="en"/>
              <a:t>07</a:t>
            </a:r>
            <a:endParaRPr/>
          </a:p>
        </p:txBody>
      </p:sp>
      <p:sp>
        <p:nvSpPr>
          <p:cNvPr id="338" name="Google Shape;338;p31"/>
          <p:cNvSpPr txBox="1">
            <a:spLocks noGrp="1"/>
          </p:cNvSpPr>
          <p:nvPr>
            <p:ph type="title" idx="7"/>
          </p:nvPr>
        </p:nvSpPr>
        <p:spPr>
          <a:xfrm>
            <a:off x="3528275" y="3506575"/>
            <a:ext cx="365700" cy="365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SzPts val="3000"/>
              <a:buNone/>
            </a:pPr>
            <a:r>
              <a:rPr lang="en"/>
              <a:t>08</a:t>
            </a:r>
            <a:endParaRPr/>
          </a:p>
        </p:txBody>
      </p:sp>
      <p:sp>
        <p:nvSpPr>
          <p:cNvPr id="339" name="Google Shape;339;p31"/>
          <p:cNvSpPr txBox="1">
            <a:spLocks noGrp="1"/>
          </p:cNvSpPr>
          <p:nvPr>
            <p:ph type="title" idx="7"/>
          </p:nvPr>
        </p:nvSpPr>
        <p:spPr>
          <a:xfrm>
            <a:off x="6183725" y="3506575"/>
            <a:ext cx="365700" cy="365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SzPts val="3000"/>
              <a:buNone/>
            </a:pPr>
            <a:r>
              <a:rPr lang="en"/>
              <a:t>09</a:t>
            </a:r>
            <a:endParaRPr/>
          </a:p>
        </p:txBody>
      </p:sp>
      <p:sp>
        <p:nvSpPr>
          <p:cNvPr id="340" name="Google Shape;340;p31"/>
          <p:cNvSpPr txBox="1">
            <a:spLocks noGrp="1"/>
          </p:cNvSpPr>
          <p:nvPr>
            <p:ph type="subTitle" idx="17"/>
          </p:nvPr>
        </p:nvSpPr>
        <p:spPr>
          <a:xfrm>
            <a:off x="889125" y="3872275"/>
            <a:ext cx="1157700" cy="3936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SzPts val="2400"/>
              <a:buNone/>
            </a:pPr>
            <a:r>
              <a:rPr lang="en"/>
              <a:t>Datasets</a:t>
            </a:r>
            <a:endParaRPr/>
          </a:p>
        </p:txBody>
      </p:sp>
      <p:sp>
        <p:nvSpPr>
          <p:cNvPr id="341" name="Google Shape;341;p31"/>
          <p:cNvSpPr txBox="1">
            <a:spLocks noGrp="1"/>
          </p:cNvSpPr>
          <p:nvPr>
            <p:ph type="subTitle" idx="17"/>
          </p:nvPr>
        </p:nvSpPr>
        <p:spPr>
          <a:xfrm>
            <a:off x="3349075" y="3959926"/>
            <a:ext cx="2305500" cy="3657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SzPts val="2400"/>
              <a:buNone/>
            </a:pPr>
            <a:r>
              <a:rPr lang="en"/>
              <a:t>Timeline</a:t>
            </a:r>
            <a:endParaRPr/>
          </a:p>
        </p:txBody>
      </p:sp>
      <p:sp>
        <p:nvSpPr>
          <p:cNvPr id="342" name="Google Shape;342;p31"/>
          <p:cNvSpPr txBox="1">
            <a:spLocks noGrp="1"/>
          </p:cNvSpPr>
          <p:nvPr>
            <p:ph type="subTitle" idx="17"/>
          </p:nvPr>
        </p:nvSpPr>
        <p:spPr>
          <a:xfrm>
            <a:off x="6048325" y="3950173"/>
            <a:ext cx="2305500" cy="3852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SzPts val="2400"/>
              <a:buNone/>
            </a:pPr>
            <a:r>
              <a:rPr lang="en"/>
              <a:t>Conclusion</a:t>
            </a:r>
            <a:endParaRPr/>
          </a:p>
        </p:txBody>
      </p:sp>
      <p:sp>
        <p:nvSpPr>
          <p:cNvPr id="343" name="Google Shape;343;p31"/>
          <p:cNvSpPr txBox="1">
            <a:spLocks noGrp="1"/>
          </p:cNvSpPr>
          <p:nvPr>
            <p:ph type="sldNum" idx="12"/>
          </p:nvPr>
        </p:nvSpPr>
        <p:spPr>
          <a:xfrm>
            <a:off x="8595309" y="485637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000"/>
              <a:t>2</a:t>
            </a:fld>
            <a:endParaRPr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32"/>
          <p:cNvSpPr txBox="1">
            <a:spLocks noGrp="1"/>
          </p:cNvSpPr>
          <p:nvPr>
            <p:ph type="title"/>
          </p:nvPr>
        </p:nvSpPr>
        <p:spPr>
          <a:xfrm>
            <a:off x="733300" y="605550"/>
            <a:ext cx="5067600" cy="508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en" sz="2600"/>
              <a:t>Introduction</a:t>
            </a:r>
            <a:endParaRPr sz="2600"/>
          </a:p>
        </p:txBody>
      </p:sp>
      <p:sp>
        <p:nvSpPr>
          <p:cNvPr id="349" name="Google Shape;349;p32"/>
          <p:cNvSpPr txBox="1"/>
          <p:nvPr/>
        </p:nvSpPr>
        <p:spPr>
          <a:xfrm>
            <a:off x="784500" y="1153400"/>
            <a:ext cx="7575000" cy="34836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1"/>
              </a:buClr>
              <a:buSzPts val="1400"/>
              <a:buFont typeface="Hanken Grotesk"/>
              <a:buChar char="➔"/>
            </a:pPr>
            <a:r>
              <a:rPr lang="en" b="1">
                <a:solidFill>
                  <a:schemeClr val="dk1"/>
                </a:solidFill>
                <a:latin typeface="Hanken Grotesk"/>
                <a:ea typeface="Hanken Grotesk"/>
                <a:cs typeface="Hanken Grotesk"/>
                <a:sym typeface="Hanken Grotesk"/>
              </a:rPr>
              <a:t>Quantum Computing: </a:t>
            </a:r>
            <a:endParaRPr b="1">
              <a:solidFill>
                <a:schemeClr val="dk1"/>
              </a:solidFill>
              <a:latin typeface="Hanken Grotesk"/>
              <a:ea typeface="Hanken Grotesk"/>
              <a:cs typeface="Hanken Grotesk"/>
              <a:sym typeface="Hanken Grotesk"/>
            </a:endParaRPr>
          </a:p>
          <a:p>
            <a:pPr marL="457200" lvl="0" indent="0" algn="l" rtl="0">
              <a:spcBef>
                <a:spcPts val="0"/>
              </a:spcBef>
              <a:spcAft>
                <a:spcPts val="0"/>
              </a:spcAft>
              <a:buNone/>
            </a:pPr>
            <a:endParaRPr b="1">
              <a:solidFill>
                <a:schemeClr val="dk1"/>
              </a:solidFill>
              <a:latin typeface="Hanken Grotesk"/>
              <a:ea typeface="Hanken Grotesk"/>
              <a:cs typeface="Hanken Grotesk"/>
              <a:sym typeface="Hanken Grotesk"/>
            </a:endParaRPr>
          </a:p>
          <a:p>
            <a:pPr marL="9144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At its core, quantum computing </a:t>
            </a:r>
            <a:r>
              <a:rPr lang="en" sz="1200" b="1">
                <a:solidFill>
                  <a:schemeClr val="dk1"/>
                </a:solidFill>
                <a:latin typeface="Hanken Grotesk"/>
                <a:ea typeface="Hanken Grotesk"/>
                <a:cs typeface="Hanken Grotesk"/>
                <a:sym typeface="Hanken Grotesk"/>
              </a:rPr>
              <a:t>[1]</a:t>
            </a:r>
            <a:r>
              <a:rPr lang="en">
                <a:solidFill>
                  <a:schemeClr val="dk1"/>
                </a:solidFill>
                <a:latin typeface="Hanken Grotesk"/>
                <a:ea typeface="Hanken Grotesk"/>
                <a:cs typeface="Hanken Grotesk"/>
                <a:sym typeface="Hanken Grotesk"/>
              </a:rPr>
              <a:t> is a computing paradigm that leverages the unique rules of quantum physics, specifically concepts like superposition and entanglement to develop new forms of computer technology.</a:t>
            </a:r>
            <a:endParaRPr>
              <a:solidFill>
                <a:schemeClr val="dk1"/>
              </a:solidFill>
              <a:latin typeface="Hanken Grotesk"/>
              <a:ea typeface="Hanken Grotesk"/>
              <a:cs typeface="Hanken Grotesk"/>
              <a:sym typeface="Hanken Grotesk"/>
            </a:endParaRPr>
          </a:p>
          <a:p>
            <a:pPr marL="1828800" lvl="0" indent="0" algn="l" rtl="0">
              <a:spcBef>
                <a:spcPts val="0"/>
              </a:spcBef>
              <a:spcAft>
                <a:spcPts val="0"/>
              </a:spcAft>
              <a:buNone/>
            </a:pPr>
            <a:endParaRPr>
              <a:solidFill>
                <a:schemeClr val="dk1"/>
              </a:solidFill>
              <a:latin typeface="Hanken Grotesk"/>
              <a:ea typeface="Hanken Grotesk"/>
              <a:cs typeface="Hanken Grotesk"/>
              <a:sym typeface="Hanken Grotesk"/>
            </a:endParaRPr>
          </a:p>
          <a:p>
            <a:pPr marL="9144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The basic unit of information in quantum computing is a quantum bit (qubit) analogous to a classical bit.</a:t>
            </a:r>
            <a:endParaRPr>
              <a:solidFill>
                <a:schemeClr val="dk1"/>
              </a:solidFill>
              <a:latin typeface="Hanken Grotesk"/>
              <a:ea typeface="Hanken Grotesk"/>
              <a:cs typeface="Hanken Grotesk"/>
              <a:sym typeface="Hanken Grotesk"/>
            </a:endParaRPr>
          </a:p>
          <a:p>
            <a:pPr marL="1828800" lvl="0" indent="0" algn="l" rtl="0">
              <a:spcBef>
                <a:spcPts val="0"/>
              </a:spcBef>
              <a:spcAft>
                <a:spcPts val="0"/>
              </a:spcAft>
              <a:buNone/>
            </a:pPr>
            <a:endParaRPr>
              <a:solidFill>
                <a:schemeClr val="dk1"/>
              </a:solidFill>
              <a:latin typeface="Hanken Grotesk"/>
              <a:ea typeface="Hanken Grotesk"/>
              <a:cs typeface="Hanken Grotesk"/>
              <a:sym typeface="Hanken Grotesk"/>
            </a:endParaRPr>
          </a:p>
          <a:p>
            <a:pPr marL="9144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A qubit is represented by Dirac vector notation (|⟩).</a:t>
            </a:r>
            <a:endParaRPr>
              <a:solidFill>
                <a:schemeClr val="dk1"/>
              </a:solidFill>
              <a:latin typeface="Hanken Grotesk"/>
              <a:ea typeface="Hanken Grotesk"/>
              <a:cs typeface="Hanken Grotesk"/>
              <a:sym typeface="Hanken Grotesk"/>
            </a:endParaRPr>
          </a:p>
          <a:p>
            <a:pPr marL="182880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350" name="Google Shape;350;p3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000"/>
              <a:t>3</a:t>
            </a:fld>
            <a:endParaRPr sz="1000"/>
          </a:p>
        </p:txBody>
      </p:sp>
      <p:pic>
        <p:nvPicPr>
          <p:cNvPr id="351" name="Google Shape;351;p32" title="Dirac-Notation.jpg"/>
          <p:cNvPicPr preferRelativeResize="0"/>
          <p:nvPr/>
        </p:nvPicPr>
        <p:blipFill>
          <a:blip r:embed="rId3">
            <a:alphaModFix/>
          </a:blip>
          <a:stretch>
            <a:fillRect/>
          </a:stretch>
        </p:blipFill>
        <p:spPr>
          <a:xfrm>
            <a:off x="3926275" y="3381800"/>
            <a:ext cx="1291450" cy="1185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33"/>
          <p:cNvSpPr txBox="1">
            <a:spLocks noGrp="1"/>
          </p:cNvSpPr>
          <p:nvPr>
            <p:ph type="title"/>
          </p:nvPr>
        </p:nvSpPr>
        <p:spPr>
          <a:xfrm>
            <a:off x="733300" y="605550"/>
            <a:ext cx="5067600" cy="508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en" sz="2600"/>
              <a:t>Introduction</a:t>
            </a:r>
            <a:endParaRPr sz="2600"/>
          </a:p>
        </p:txBody>
      </p:sp>
      <p:sp>
        <p:nvSpPr>
          <p:cNvPr id="357" name="Google Shape;357;p33"/>
          <p:cNvSpPr txBox="1"/>
          <p:nvPr/>
        </p:nvSpPr>
        <p:spPr>
          <a:xfrm>
            <a:off x="784500" y="1153400"/>
            <a:ext cx="7575000" cy="34836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Superposition is a fundamental principle of quantum mechanics where a quantum system, such as a qubit, can exist in multiple states at the same time.</a:t>
            </a:r>
            <a:endParaRPr>
              <a:solidFill>
                <a:schemeClr val="dk1"/>
              </a:solidFill>
              <a:latin typeface="Hanken Grotesk"/>
              <a:ea typeface="Hanken Grotesk"/>
              <a:cs typeface="Hanken Grotesk"/>
              <a:sym typeface="Hanken Grotesk"/>
            </a:endParaRPr>
          </a:p>
          <a:p>
            <a:pPr marL="457200" lvl="0" indent="0" algn="l" rtl="0">
              <a:spcBef>
                <a:spcPts val="0"/>
              </a:spcBef>
              <a:spcAft>
                <a:spcPts val="0"/>
              </a:spcAft>
              <a:buNone/>
            </a:pPr>
            <a:endParaRPr>
              <a:solidFill>
                <a:schemeClr val="dk1"/>
              </a:solidFill>
              <a:latin typeface="Hanken Grotesk"/>
              <a:ea typeface="Hanken Grotesk"/>
              <a:cs typeface="Hanken Grotesk"/>
              <a:sym typeface="Hanken Grotesk"/>
            </a:endParaRPr>
          </a:p>
          <a:p>
            <a:pPr marL="4572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A qubit in superposition can be represented as </a:t>
            </a:r>
            <a:r>
              <a:rPr lang="en" b="1">
                <a:solidFill>
                  <a:schemeClr val="dk1"/>
                </a:solidFill>
                <a:latin typeface="Hanken Grotesk"/>
                <a:ea typeface="Hanken Grotesk"/>
                <a:cs typeface="Hanken Grotesk"/>
                <a:sym typeface="Hanken Grotesk"/>
              </a:rPr>
              <a:t>∣ψ⟩=α∣0⟩+β∣1⟩, </a:t>
            </a:r>
            <a:r>
              <a:rPr lang="en">
                <a:solidFill>
                  <a:schemeClr val="dk1"/>
                </a:solidFill>
                <a:latin typeface="Hanken Grotesk"/>
                <a:ea typeface="Hanken Grotesk"/>
                <a:cs typeface="Hanken Grotesk"/>
                <a:sym typeface="Hanken Grotesk"/>
              </a:rPr>
              <a:t>where α and β are complex amplitudes. </a:t>
            </a:r>
            <a:endParaRPr>
              <a:solidFill>
                <a:schemeClr val="dk1"/>
              </a:solidFill>
              <a:latin typeface="Hanken Grotesk"/>
              <a:ea typeface="Hanken Grotesk"/>
              <a:cs typeface="Hanken Grotesk"/>
              <a:sym typeface="Hanken Grotesk"/>
            </a:endParaRPr>
          </a:p>
          <a:p>
            <a:pPr marL="457200" lvl="0" indent="0" algn="l" rtl="0">
              <a:spcBef>
                <a:spcPts val="0"/>
              </a:spcBef>
              <a:spcAft>
                <a:spcPts val="0"/>
              </a:spcAft>
              <a:buNone/>
            </a:pPr>
            <a:endParaRPr>
              <a:solidFill>
                <a:schemeClr val="dk1"/>
              </a:solidFill>
              <a:latin typeface="Hanken Grotesk"/>
              <a:ea typeface="Hanken Grotesk"/>
              <a:cs typeface="Hanken Grotesk"/>
              <a:sym typeface="Hanken Grotesk"/>
            </a:endParaRPr>
          </a:p>
          <a:p>
            <a:pPr marL="4572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And the probabilities of measuring the qubit in state ∣0⟩ or ∣1⟩ are given by |α| 2 and</a:t>
            </a:r>
            <a:endParaRPr>
              <a:solidFill>
                <a:schemeClr val="dk1"/>
              </a:solidFill>
              <a:latin typeface="Hanken Grotesk"/>
              <a:ea typeface="Hanken Grotesk"/>
              <a:cs typeface="Hanken Grotesk"/>
              <a:sym typeface="Hanken Grotesk"/>
            </a:endParaRPr>
          </a:p>
          <a:p>
            <a:pPr marL="457200" lvl="0" indent="0" algn="l" rtl="0">
              <a:spcBef>
                <a:spcPts val="0"/>
              </a:spcBef>
              <a:spcAft>
                <a:spcPts val="0"/>
              </a:spcAft>
              <a:buNone/>
            </a:pPr>
            <a:r>
              <a:rPr lang="en">
                <a:solidFill>
                  <a:schemeClr val="dk1"/>
                </a:solidFill>
                <a:latin typeface="Hanken Grotesk"/>
                <a:ea typeface="Hanken Grotesk"/>
                <a:cs typeface="Hanken Grotesk"/>
                <a:sym typeface="Hanken Grotesk"/>
              </a:rPr>
              <a:t>|β| 2, respectively, with the normalization condition |α| 2 + |β| 2 = 1.</a:t>
            </a:r>
            <a:endParaRPr>
              <a:solidFill>
                <a:schemeClr val="dk1"/>
              </a:solidFill>
              <a:latin typeface="Hanken Grotesk"/>
              <a:ea typeface="Hanken Grotesk"/>
              <a:cs typeface="Hanken Grotesk"/>
              <a:sym typeface="Hanken Grotesk"/>
            </a:endParaRPr>
          </a:p>
          <a:p>
            <a:pPr marL="457200" lvl="0" indent="0" algn="l" rtl="0">
              <a:spcBef>
                <a:spcPts val="0"/>
              </a:spcBef>
              <a:spcAft>
                <a:spcPts val="0"/>
              </a:spcAft>
              <a:buNone/>
            </a:pPr>
            <a:endParaRPr>
              <a:solidFill>
                <a:schemeClr val="dk1"/>
              </a:solidFill>
              <a:latin typeface="Hanken Grotesk"/>
              <a:ea typeface="Hanken Grotesk"/>
              <a:cs typeface="Hanken Grotesk"/>
              <a:sym typeface="Hanken Grotesk"/>
            </a:endParaRPr>
          </a:p>
          <a:p>
            <a:pPr marL="4572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Quantum entanglement is a unique phenomenon where two or more qubits become fundamentally linked, acting as a single system. </a:t>
            </a:r>
            <a:endParaRPr>
              <a:solidFill>
                <a:schemeClr val="dk1"/>
              </a:solidFill>
              <a:latin typeface="Hanken Grotesk"/>
              <a:ea typeface="Hanken Grotesk"/>
              <a:cs typeface="Hanken Grotesk"/>
              <a:sym typeface="Hanken Grotesk"/>
            </a:endParaRPr>
          </a:p>
          <a:p>
            <a:pPr marL="457200" lvl="0" indent="0" algn="l" rtl="0">
              <a:spcBef>
                <a:spcPts val="0"/>
              </a:spcBef>
              <a:spcAft>
                <a:spcPts val="0"/>
              </a:spcAft>
              <a:buNone/>
            </a:pPr>
            <a:endParaRPr>
              <a:solidFill>
                <a:schemeClr val="dk1"/>
              </a:solidFill>
              <a:latin typeface="Hanken Grotesk"/>
              <a:ea typeface="Hanken Grotesk"/>
              <a:cs typeface="Hanken Grotesk"/>
              <a:sym typeface="Hanken Grotesk"/>
            </a:endParaRPr>
          </a:p>
          <a:p>
            <a:pPr marL="4572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This creates a deep connection between them, meaning the state of one qubit is directly correlated to the state of the other. As a result, if you measure one entangled qubit, you will instantly know the state of the partner qubit.</a:t>
            </a:r>
            <a:endParaRPr>
              <a:solidFill>
                <a:schemeClr val="dk1"/>
              </a:solidFill>
              <a:latin typeface="Hanken Grotesk"/>
              <a:ea typeface="Hanken Grotesk"/>
              <a:cs typeface="Hanken Grotesk"/>
              <a:sym typeface="Hanken Grotesk"/>
            </a:endParaRPr>
          </a:p>
        </p:txBody>
      </p:sp>
      <p:sp>
        <p:nvSpPr>
          <p:cNvPr id="358" name="Google Shape;358;p3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000"/>
              <a:t>4</a:t>
            </a:fld>
            <a:endParaRPr sz="1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4"/>
          <p:cNvSpPr txBox="1">
            <a:spLocks noGrp="1"/>
          </p:cNvSpPr>
          <p:nvPr>
            <p:ph type="title"/>
          </p:nvPr>
        </p:nvSpPr>
        <p:spPr>
          <a:xfrm>
            <a:off x="733300" y="605550"/>
            <a:ext cx="5067600" cy="508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en" sz="2600"/>
              <a:t>Introduction</a:t>
            </a:r>
            <a:endParaRPr sz="2600"/>
          </a:p>
        </p:txBody>
      </p:sp>
      <p:sp>
        <p:nvSpPr>
          <p:cNvPr id="364" name="Google Shape;364;p34"/>
          <p:cNvSpPr txBox="1"/>
          <p:nvPr/>
        </p:nvSpPr>
        <p:spPr>
          <a:xfrm>
            <a:off x="784500" y="1153400"/>
            <a:ext cx="7575000" cy="34836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1"/>
              </a:buClr>
              <a:buSzPts val="1400"/>
              <a:buFont typeface="Hanken Grotesk"/>
              <a:buChar char="➔"/>
            </a:pPr>
            <a:r>
              <a:rPr lang="en" b="1">
                <a:solidFill>
                  <a:schemeClr val="dk1"/>
                </a:solidFill>
                <a:latin typeface="Hanken Grotesk"/>
                <a:ea typeface="Hanken Grotesk"/>
                <a:cs typeface="Hanken Grotesk"/>
                <a:sym typeface="Hanken Grotesk"/>
              </a:rPr>
              <a:t>Classical vs Quantum computing:</a:t>
            </a:r>
            <a:endParaRPr b="1">
              <a:solidFill>
                <a:schemeClr val="dk1"/>
              </a:solidFill>
              <a:latin typeface="Hanken Grotesk"/>
              <a:ea typeface="Hanken Grotesk"/>
              <a:cs typeface="Hanken Grotesk"/>
              <a:sym typeface="Hanken Grotesk"/>
            </a:endParaRPr>
          </a:p>
          <a:p>
            <a:pPr marL="0" lvl="0" indent="0" algn="l" rtl="0">
              <a:spcBef>
                <a:spcPts val="0"/>
              </a:spcBef>
              <a:spcAft>
                <a:spcPts val="0"/>
              </a:spcAft>
              <a:buNone/>
            </a:pPr>
            <a:endParaRPr b="1">
              <a:solidFill>
                <a:schemeClr val="dk1"/>
              </a:solidFill>
              <a:latin typeface="Hanken Grotesk"/>
              <a:ea typeface="Hanken Grotesk"/>
              <a:cs typeface="Hanken Grotesk"/>
              <a:sym typeface="Hanken Grotesk"/>
            </a:endParaRPr>
          </a:p>
          <a:p>
            <a:pPr marL="0" lvl="0" indent="0" algn="l" rtl="0">
              <a:spcBef>
                <a:spcPts val="0"/>
              </a:spcBef>
              <a:spcAft>
                <a:spcPts val="0"/>
              </a:spcAft>
              <a:buNone/>
            </a:pPr>
            <a:endParaRPr b="1">
              <a:solidFill>
                <a:schemeClr val="dk1"/>
              </a:solidFill>
              <a:latin typeface="Hanken Grotesk"/>
              <a:ea typeface="Hanken Grotesk"/>
              <a:cs typeface="Hanken Grotesk"/>
              <a:sym typeface="Hanken Grotesk"/>
            </a:endParaRPr>
          </a:p>
          <a:p>
            <a:pPr marL="0" lvl="0" indent="0" algn="l" rtl="0">
              <a:spcBef>
                <a:spcPts val="0"/>
              </a:spcBef>
              <a:spcAft>
                <a:spcPts val="0"/>
              </a:spcAft>
              <a:buNone/>
            </a:pPr>
            <a:endParaRPr b="1">
              <a:solidFill>
                <a:schemeClr val="dk1"/>
              </a:solidFill>
              <a:latin typeface="Hanken Grotesk"/>
              <a:ea typeface="Hanken Grotesk"/>
              <a:cs typeface="Hanken Grotesk"/>
              <a:sym typeface="Hanken Grotesk"/>
            </a:endParaRPr>
          </a:p>
          <a:p>
            <a:pPr marL="0" lvl="0" indent="0" algn="l" rtl="0">
              <a:spcBef>
                <a:spcPts val="0"/>
              </a:spcBef>
              <a:spcAft>
                <a:spcPts val="0"/>
              </a:spcAft>
              <a:buNone/>
            </a:pPr>
            <a:endParaRPr b="1">
              <a:solidFill>
                <a:schemeClr val="dk1"/>
              </a:solidFill>
              <a:latin typeface="Hanken Grotesk"/>
              <a:ea typeface="Hanken Grotesk"/>
              <a:cs typeface="Hanken Grotesk"/>
              <a:sym typeface="Hanken Grotesk"/>
            </a:endParaRPr>
          </a:p>
        </p:txBody>
      </p:sp>
      <p:sp>
        <p:nvSpPr>
          <p:cNvPr id="365" name="Google Shape;365;p3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000"/>
              <a:t>5</a:t>
            </a:fld>
            <a:endParaRPr sz="1000"/>
          </a:p>
        </p:txBody>
      </p:sp>
      <p:graphicFrame>
        <p:nvGraphicFramePr>
          <p:cNvPr id="366" name="Google Shape;366;p34"/>
          <p:cNvGraphicFramePr/>
          <p:nvPr/>
        </p:nvGraphicFramePr>
        <p:xfrm>
          <a:off x="952500" y="1809750"/>
          <a:ext cx="7239000" cy="1859220"/>
        </p:xfrm>
        <a:graphic>
          <a:graphicData uri="http://schemas.openxmlformats.org/drawingml/2006/table">
            <a:tbl>
              <a:tblPr>
                <a:noFill/>
                <a:tableStyleId>{1E6FC7FD-9D2E-4833-B8CB-813D9EE70BAE}</a:tableStyleId>
              </a:tblPr>
              <a:tblGrid>
                <a:gridCol w="1680425">
                  <a:extLst>
                    <a:ext uri="{9D8B030D-6E8A-4147-A177-3AD203B41FA5}">
                      <a16:colId xmlns:a16="http://schemas.microsoft.com/office/drawing/2014/main" val="20000"/>
                    </a:ext>
                  </a:extLst>
                </a:gridCol>
                <a:gridCol w="2701350">
                  <a:extLst>
                    <a:ext uri="{9D8B030D-6E8A-4147-A177-3AD203B41FA5}">
                      <a16:colId xmlns:a16="http://schemas.microsoft.com/office/drawing/2014/main" val="20001"/>
                    </a:ext>
                  </a:extLst>
                </a:gridCol>
                <a:gridCol w="2857225">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endParaRPr sz="1200">
                        <a:latin typeface="Hanken Grotesk"/>
                        <a:ea typeface="Hanken Grotesk"/>
                        <a:cs typeface="Hanken Grotesk"/>
                        <a:sym typeface="Hanken Grotesk"/>
                      </a:endParaRPr>
                    </a:p>
                  </a:txBody>
                  <a:tcPr marL="91425" marR="91425" marT="91425" marB="91425"/>
                </a:tc>
                <a:tc>
                  <a:txBody>
                    <a:bodyPr/>
                    <a:lstStyle/>
                    <a:p>
                      <a:pPr marL="0" lvl="0" indent="0" algn="ctr" rtl="0">
                        <a:spcBef>
                          <a:spcPts val="0"/>
                        </a:spcBef>
                        <a:spcAft>
                          <a:spcPts val="0"/>
                        </a:spcAft>
                        <a:buNone/>
                      </a:pPr>
                      <a:r>
                        <a:rPr lang="en" sz="1200" b="1">
                          <a:latin typeface="Hanken Grotesk"/>
                          <a:ea typeface="Hanken Grotesk"/>
                          <a:cs typeface="Hanken Grotesk"/>
                          <a:sym typeface="Hanken Grotesk"/>
                        </a:rPr>
                        <a:t>Classical Computing</a:t>
                      </a:r>
                      <a:endParaRPr sz="1200" b="1">
                        <a:latin typeface="Hanken Grotesk"/>
                        <a:ea typeface="Hanken Grotesk"/>
                        <a:cs typeface="Hanken Grotesk"/>
                        <a:sym typeface="Hanken Grotesk"/>
                      </a:endParaRPr>
                    </a:p>
                  </a:txBody>
                  <a:tcPr marL="91425" marR="91425" marT="91425" marB="91425"/>
                </a:tc>
                <a:tc>
                  <a:txBody>
                    <a:bodyPr/>
                    <a:lstStyle/>
                    <a:p>
                      <a:pPr marL="0" lvl="0" indent="0" algn="ctr" rtl="0">
                        <a:spcBef>
                          <a:spcPts val="0"/>
                        </a:spcBef>
                        <a:spcAft>
                          <a:spcPts val="0"/>
                        </a:spcAft>
                        <a:buNone/>
                      </a:pPr>
                      <a:r>
                        <a:rPr lang="en" sz="1200" b="1">
                          <a:latin typeface="Hanken Grotesk"/>
                          <a:ea typeface="Hanken Grotesk"/>
                          <a:cs typeface="Hanken Grotesk"/>
                          <a:sym typeface="Hanken Grotesk"/>
                        </a:rPr>
                        <a:t>Quantum Computing</a:t>
                      </a:r>
                      <a:endParaRPr sz="1200" b="1">
                        <a:latin typeface="Hanken Grotesk"/>
                        <a:ea typeface="Hanken Grotesk"/>
                        <a:cs typeface="Hanken Grotesk"/>
                        <a:sym typeface="Hanken Grotesk"/>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en" sz="1200" b="1">
                          <a:latin typeface="Hanken Grotesk"/>
                          <a:ea typeface="Hanken Grotesk"/>
                          <a:cs typeface="Hanken Grotesk"/>
                          <a:sym typeface="Hanken Grotesk"/>
                        </a:rPr>
                        <a:t>Storage Unit</a:t>
                      </a:r>
                      <a:endParaRPr sz="1200" b="1">
                        <a:latin typeface="Hanken Grotesk"/>
                        <a:ea typeface="Hanken Grotesk"/>
                        <a:cs typeface="Hanken Grotesk"/>
                        <a:sym typeface="Hanken Grotesk"/>
                      </a:endParaRPr>
                    </a:p>
                  </a:txBody>
                  <a:tcPr marL="91425" marR="91425" marT="91425" marB="91425"/>
                </a:tc>
                <a:tc>
                  <a:txBody>
                    <a:bodyPr/>
                    <a:lstStyle/>
                    <a:p>
                      <a:pPr marL="0" lvl="0" indent="0" algn="l" rtl="0">
                        <a:spcBef>
                          <a:spcPts val="0"/>
                        </a:spcBef>
                        <a:spcAft>
                          <a:spcPts val="0"/>
                        </a:spcAft>
                        <a:buNone/>
                      </a:pPr>
                      <a:r>
                        <a:rPr lang="en" sz="1200">
                          <a:latin typeface="Hanken Grotesk"/>
                          <a:ea typeface="Hanken Grotesk"/>
                          <a:cs typeface="Hanken Grotesk"/>
                          <a:sym typeface="Hanken Grotesk"/>
                        </a:rPr>
                        <a:t>Classical Bits (0 or 1)</a:t>
                      </a:r>
                      <a:endParaRPr sz="1200">
                        <a:latin typeface="Hanken Grotesk"/>
                        <a:ea typeface="Hanken Grotesk"/>
                        <a:cs typeface="Hanken Grotesk"/>
                        <a:sym typeface="Hanken Grotesk"/>
                      </a:endParaRPr>
                    </a:p>
                  </a:txBody>
                  <a:tcPr marL="91425" marR="91425" marT="91425" marB="91425"/>
                </a:tc>
                <a:tc>
                  <a:txBody>
                    <a:bodyPr/>
                    <a:lstStyle/>
                    <a:p>
                      <a:pPr marL="0" lvl="0" indent="0" algn="l" rtl="0">
                        <a:spcBef>
                          <a:spcPts val="0"/>
                        </a:spcBef>
                        <a:spcAft>
                          <a:spcPts val="0"/>
                        </a:spcAft>
                        <a:buNone/>
                      </a:pPr>
                      <a:r>
                        <a:rPr lang="en" sz="1200">
                          <a:latin typeface="Hanken Grotesk"/>
                          <a:ea typeface="Hanken Grotesk"/>
                          <a:cs typeface="Hanken Grotesk"/>
                          <a:sym typeface="Hanken Grotesk"/>
                        </a:rPr>
                        <a:t>Quantum Bits (|0⟩, |1⟩)</a:t>
                      </a:r>
                      <a:endParaRPr sz="1200">
                        <a:latin typeface="Hanken Grotesk"/>
                        <a:ea typeface="Hanken Grotesk"/>
                        <a:cs typeface="Hanken Grotesk"/>
                        <a:sym typeface="Hanken Grotesk"/>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en" sz="1200" b="1">
                          <a:latin typeface="Hanken Grotesk"/>
                          <a:ea typeface="Hanken Grotesk"/>
                          <a:cs typeface="Hanken Grotesk"/>
                          <a:sym typeface="Hanken Grotesk"/>
                        </a:rPr>
                        <a:t>Parallelism</a:t>
                      </a:r>
                      <a:endParaRPr sz="1200" b="1">
                        <a:latin typeface="Hanken Grotesk"/>
                        <a:ea typeface="Hanken Grotesk"/>
                        <a:cs typeface="Hanken Grotesk"/>
                        <a:sym typeface="Hanken Grotesk"/>
                      </a:endParaRPr>
                    </a:p>
                  </a:txBody>
                  <a:tcPr marL="91425" marR="91425" marT="91425" marB="91425"/>
                </a:tc>
                <a:tc>
                  <a:txBody>
                    <a:bodyPr/>
                    <a:lstStyle/>
                    <a:p>
                      <a:pPr marL="0" lvl="0" indent="0" algn="l" rtl="0">
                        <a:spcBef>
                          <a:spcPts val="0"/>
                        </a:spcBef>
                        <a:spcAft>
                          <a:spcPts val="0"/>
                        </a:spcAft>
                        <a:buNone/>
                      </a:pPr>
                      <a:r>
                        <a:rPr lang="en" sz="1200">
                          <a:latin typeface="Hanken Grotesk"/>
                          <a:ea typeface="Hanken Grotesk"/>
                          <a:cs typeface="Hanken Grotesk"/>
                          <a:sym typeface="Hanken Grotesk"/>
                        </a:rPr>
                        <a:t>Classical Bits are processed sequentially ex: 2-bit (00, 01, 10, 11) </a:t>
                      </a:r>
                      <a:endParaRPr sz="1200">
                        <a:latin typeface="Hanken Grotesk"/>
                        <a:ea typeface="Hanken Grotesk"/>
                        <a:cs typeface="Hanken Grotesk"/>
                        <a:sym typeface="Hanken Grotesk"/>
                      </a:endParaRPr>
                    </a:p>
                  </a:txBody>
                  <a:tcPr marL="91425" marR="91425" marT="91425" marB="91425"/>
                </a:tc>
                <a:tc>
                  <a:txBody>
                    <a:bodyPr/>
                    <a:lstStyle/>
                    <a:p>
                      <a:pPr marL="0" lvl="0" indent="0" algn="l" rtl="0">
                        <a:spcBef>
                          <a:spcPts val="0"/>
                        </a:spcBef>
                        <a:spcAft>
                          <a:spcPts val="0"/>
                        </a:spcAft>
                        <a:buNone/>
                      </a:pPr>
                      <a:r>
                        <a:rPr lang="en" sz="1200">
                          <a:latin typeface="Hanken Grotesk"/>
                          <a:ea typeface="Hanken Grotesk"/>
                          <a:cs typeface="Hanken Grotesk"/>
                          <a:sym typeface="Hanken Grotesk"/>
                        </a:rPr>
                        <a:t>Qubits are processed parallely ex: 2-qubits (|00⟩, |01⟩, |10⟩, |11⟩) </a:t>
                      </a:r>
                      <a:endParaRPr sz="1200">
                        <a:latin typeface="Hanken Grotesk"/>
                        <a:ea typeface="Hanken Grotesk"/>
                        <a:cs typeface="Hanken Grotesk"/>
                        <a:sym typeface="Hanken Grotesk"/>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r>
                        <a:rPr lang="en" sz="1200" b="1">
                          <a:latin typeface="Hanken Grotesk"/>
                          <a:ea typeface="Hanken Grotesk"/>
                          <a:cs typeface="Hanken Grotesk"/>
                          <a:sym typeface="Hanken Grotesk"/>
                        </a:rPr>
                        <a:t>Processing Unit</a:t>
                      </a:r>
                      <a:endParaRPr sz="1200" b="1">
                        <a:latin typeface="Hanken Grotesk"/>
                        <a:ea typeface="Hanken Grotesk"/>
                        <a:cs typeface="Hanken Grotesk"/>
                        <a:sym typeface="Hanken Grotesk"/>
                      </a:endParaRPr>
                    </a:p>
                  </a:txBody>
                  <a:tcPr marL="91425" marR="91425" marT="91425" marB="91425"/>
                </a:tc>
                <a:tc>
                  <a:txBody>
                    <a:bodyPr/>
                    <a:lstStyle/>
                    <a:p>
                      <a:pPr marL="0" lvl="0" indent="0" algn="l" rtl="0">
                        <a:spcBef>
                          <a:spcPts val="0"/>
                        </a:spcBef>
                        <a:spcAft>
                          <a:spcPts val="0"/>
                        </a:spcAft>
                        <a:buNone/>
                      </a:pPr>
                      <a:r>
                        <a:rPr lang="en" sz="1200">
                          <a:latin typeface="Hanken Grotesk"/>
                          <a:ea typeface="Hanken Grotesk"/>
                          <a:cs typeface="Hanken Grotesk"/>
                          <a:sym typeface="Hanken Grotesk"/>
                        </a:rPr>
                        <a:t>Classical Gates ex: AND, OR, etc</a:t>
                      </a:r>
                      <a:endParaRPr sz="1200">
                        <a:latin typeface="Hanken Grotesk"/>
                        <a:ea typeface="Hanken Grotesk"/>
                        <a:cs typeface="Hanken Grotesk"/>
                        <a:sym typeface="Hanken Grotesk"/>
                      </a:endParaRPr>
                    </a:p>
                  </a:txBody>
                  <a:tcPr marL="91425" marR="91425" marT="91425" marB="91425"/>
                </a:tc>
                <a:tc>
                  <a:txBody>
                    <a:bodyPr/>
                    <a:lstStyle/>
                    <a:p>
                      <a:pPr marL="0" lvl="0" indent="0" algn="l" rtl="0">
                        <a:spcBef>
                          <a:spcPts val="0"/>
                        </a:spcBef>
                        <a:spcAft>
                          <a:spcPts val="0"/>
                        </a:spcAft>
                        <a:buNone/>
                      </a:pPr>
                      <a:r>
                        <a:rPr lang="en" sz="1200">
                          <a:latin typeface="Hanken Grotesk"/>
                          <a:ea typeface="Hanken Grotesk"/>
                          <a:cs typeface="Hanken Grotesk"/>
                          <a:sym typeface="Hanken Grotesk"/>
                        </a:rPr>
                        <a:t>Quantum Gates ex: Hadamard, CNOT, etc</a:t>
                      </a:r>
                      <a:endParaRPr sz="1200">
                        <a:latin typeface="Hanken Grotesk"/>
                        <a:ea typeface="Hanken Grotesk"/>
                        <a:cs typeface="Hanken Grotesk"/>
                        <a:sym typeface="Hanken Grotesk"/>
                      </a:endParaRPr>
                    </a:p>
                  </a:txBody>
                  <a:tcPr marL="91425" marR="91425" marT="91425" marB="91425"/>
                </a:tc>
                <a:extLst>
                  <a:ext uri="{0D108BD9-81ED-4DB2-BD59-A6C34878D82A}">
                    <a16:rowId xmlns:a16="http://schemas.microsoft.com/office/drawing/2014/main" val="10003"/>
                  </a:ext>
                </a:extLst>
              </a:tr>
            </a:tbl>
          </a:graphicData>
        </a:graphic>
      </p:graphicFrame>
      <p:sp>
        <p:nvSpPr>
          <p:cNvPr id="367" name="Google Shape;367;p34"/>
          <p:cNvSpPr txBox="1"/>
          <p:nvPr/>
        </p:nvSpPr>
        <p:spPr>
          <a:xfrm>
            <a:off x="1875600" y="3771900"/>
            <a:ext cx="5392800" cy="508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b="1">
                <a:solidFill>
                  <a:schemeClr val="dk1"/>
                </a:solidFill>
                <a:latin typeface="Hanken Grotesk"/>
                <a:ea typeface="Hanken Grotesk"/>
                <a:cs typeface="Hanken Grotesk"/>
                <a:sym typeface="Hanken Grotesk"/>
              </a:rPr>
              <a:t>Table 1:</a:t>
            </a:r>
            <a:r>
              <a:rPr lang="en" sz="1200">
                <a:solidFill>
                  <a:schemeClr val="dk1"/>
                </a:solidFill>
                <a:latin typeface="Hanken Grotesk"/>
                <a:ea typeface="Hanken Grotesk"/>
                <a:cs typeface="Hanken Grotesk"/>
                <a:sym typeface="Hanken Grotesk"/>
              </a:rPr>
              <a:t> Difference between Classical and Quantum Computing</a:t>
            </a:r>
            <a:endParaRPr sz="1200">
              <a:solidFill>
                <a:schemeClr val="dk1"/>
              </a:solidFill>
              <a:latin typeface="Hanken Grotesk"/>
              <a:ea typeface="Hanken Grotesk"/>
              <a:cs typeface="Hanken Grotesk"/>
              <a:sym typeface="Hanken Grotesk"/>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35"/>
          <p:cNvSpPr txBox="1"/>
          <p:nvPr/>
        </p:nvSpPr>
        <p:spPr>
          <a:xfrm>
            <a:off x="784500" y="1114350"/>
            <a:ext cx="7575000" cy="34836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1"/>
              </a:buClr>
              <a:buSzPts val="1400"/>
              <a:buFont typeface="Hanken Grotesk"/>
              <a:buChar char="➔"/>
            </a:pPr>
            <a:r>
              <a:rPr lang="en" b="1">
                <a:solidFill>
                  <a:schemeClr val="dk1"/>
                </a:solidFill>
                <a:latin typeface="Hanken Grotesk"/>
                <a:ea typeface="Hanken Grotesk"/>
                <a:cs typeface="Hanken Grotesk"/>
                <a:sym typeface="Hanken Grotesk"/>
              </a:rPr>
              <a:t>Quantum Machine Learning: </a:t>
            </a:r>
            <a:endParaRPr b="1">
              <a:solidFill>
                <a:schemeClr val="dk1"/>
              </a:solidFill>
              <a:latin typeface="Hanken Grotesk"/>
              <a:ea typeface="Hanken Grotesk"/>
              <a:cs typeface="Hanken Grotesk"/>
              <a:sym typeface="Hanken Grotesk"/>
            </a:endParaRPr>
          </a:p>
          <a:p>
            <a:pPr marL="9144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Quantum Machine Learning </a:t>
            </a:r>
            <a:r>
              <a:rPr lang="en" sz="1200" b="1">
                <a:solidFill>
                  <a:schemeClr val="dk1"/>
                </a:solidFill>
                <a:latin typeface="Hanken Grotesk"/>
                <a:ea typeface="Hanken Grotesk"/>
                <a:cs typeface="Hanken Grotesk"/>
                <a:sym typeface="Hanken Grotesk"/>
              </a:rPr>
              <a:t>[2]</a:t>
            </a:r>
            <a:r>
              <a:rPr lang="en" sz="1200">
                <a:solidFill>
                  <a:schemeClr val="dk1"/>
                </a:solidFill>
                <a:latin typeface="Hanken Grotesk"/>
                <a:ea typeface="Hanken Grotesk"/>
                <a:cs typeface="Hanken Grotesk"/>
                <a:sym typeface="Hanken Grotesk"/>
              </a:rPr>
              <a:t> </a:t>
            </a:r>
            <a:r>
              <a:rPr lang="en">
                <a:solidFill>
                  <a:schemeClr val="dk1"/>
                </a:solidFill>
                <a:latin typeface="Hanken Grotesk"/>
                <a:ea typeface="Hanken Grotesk"/>
                <a:cs typeface="Hanken Grotesk"/>
                <a:sym typeface="Hanken Grotesk"/>
              </a:rPr>
              <a:t>applies principles from quantum computing to machine learning tasks. It leverages quantum phenomena like superposition and entanglement for computation.</a:t>
            </a:r>
            <a:endParaRPr>
              <a:solidFill>
                <a:schemeClr val="dk1"/>
              </a:solidFill>
              <a:latin typeface="Hanken Grotesk"/>
              <a:ea typeface="Hanken Grotesk"/>
              <a:cs typeface="Hanken Grotesk"/>
              <a:sym typeface="Hanken Grotesk"/>
            </a:endParaRPr>
          </a:p>
          <a:p>
            <a:pPr marL="1828800" lvl="0" indent="0" algn="l" rtl="0">
              <a:spcBef>
                <a:spcPts val="0"/>
              </a:spcBef>
              <a:spcAft>
                <a:spcPts val="0"/>
              </a:spcAft>
              <a:buNone/>
            </a:pPr>
            <a:endParaRPr>
              <a:solidFill>
                <a:schemeClr val="dk1"/>
              </a:solidFill>
              <a:latin typeface="Hanken Grotesk"/>
              <a:ea typeface="Hanken Grotesk"/>
              <a:cs typeface="Hanken Grotesk"/>
              <a:sym typeface="Hanken Grotesk"/>
            </a:endParaRPr>
          </a:p>
          <a:p>
            <a:pPr marL="182880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373" name="Google Shape;373;p35"/>
          <p:cNvSpPr txBox="1">
            <a:spLocks noGrp="1"/>
          </p:cNvSpPr>
          <p:nvPr>
            <p:ph type="title"/>
          </p:nvPr>
        </p:nvSpPr>
        <p:spPr>
          <a:xfrm>
            <a:off x="733300" y="605550"/>
            <a:ext cx="5067600" cy="508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en" sz="2600"/>
              <a:t>Introduction</a:t>
            </a:r>
            <a:endParaRPr sz="2600"/>
          </a:p>
        </p:txBody>
      </p:sp>
      <p:sp>
        <p:nvSpPr>
          <p:cNvPr id="374" name="Google Shape;374;p3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000"/>
              <a:t>6</a:t>
            </a:fld>
            <a:endParaRPr sz="1000"/>
          </a:p>
        </p:txBody>
      </p:sp>
      <p:pic>
        <p:nvPicPr>
          <p:cNvPr id="375" name="Google Shape;375;p35" title="QML.png"/>
          <p:cNvPicPr preferRelativeResize="0"/>
          <p:nvPr/>
        </p:nvPicPr>
        <p:blipFill>
          <a:blip r:embed="rId3">
            <a:alphaModFix/>
          </a:blip>
          <a:stretch>
            <a:fillRect/>
          </a:stretch>
        </p:blipFill>
        <p:spPr>
          <a:xfrm>
            <a:off x="1769475" y="2215419"/>
            <a:ext cx="4139900" cy="2199300"/>
          </a:xfrm>
          <a:prstGeom prst="rect">
            <a:avLst/>
          </a:prstGeom>
          <a:noFill/>
          <a:ln>
            <a:noFill/>
          </a:ln>
        </p:spPr>
      </p:pic>
      <p:sp>
        <p:nvSpPr>
          <p:cNvPr id="376" name="Google Shape;376;p35"/>
          <p:cNvSpPr txBox="1"/>
          <p:nvPr/>
        </p:nvSpPr>
        <p:spPr>
          <a:xfrm>
            <a:off x="6070900" y="2828925"/>
            <a:ext cx="2166600" cy="107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b="1" dirty="0">
                <a:solidFill>
                  <a:schemeClr val="dk1"/>
                </a:solidFill>
                <a:latin typeface="Hanken Grotesk"/>
                <a:ea typeface="Hanken Grotesk"/>
                <a:cs typeface="Hanken Grotesk"/>
                <a:sym typeface="Hanken Grotesk"/>
              </a:rPr>
              <a:t>Figure 1:</a:t>
            </a:r>
            <a:r>
              <a:rPr lang="en" sz="1200" dirty="0">
                <a:solidFill>
                  <a:schemeClr val="dk1"/>
                </a:solidFill>
                <a:latin typeface="Hanken Grotesk"/>
                <a:ea typeface="Hanken Grotesk"/>
                <a:cs typeface="Hanken Grotesk"/>
                <a:sym typeface="Hanken Grotesk"/>
              </a:rPr>
              <a:t> Overview of Quantum Machine Learning</a:t>
            </a:r>
            <a:endParaRPr sz="1200" dirty="0">
              <a:solidFill>
                <a:schemeClr val="dk1"/>
              </a:solidFill>
              <a:latin typeface="Hanken Grotesk"/>
              <a:ea typeface="Hanken Grotesk"/>
              <a:cs typeface="Hanken Grotesk"/>
              <a:sym typeface="Hanken Grotesk"/>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36"/>
          <p:cNvSpPr txBox="1">
            <a:spLocks noGrp="1"/>
          </p:cNvSpPr>
          <p:nvPr>
            <p:ph type="title"/>
          </p:nvPr>
        </p:nvSpPr>
        <p:spPr>
          <a:xfrm>
            <a:off x="733300" y="605550"/>
            <a:ext cx="5067600" cy="508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en" sz="2600"/>
              <a:t>Introduction</a:t>
            </a:r>
            <a:endParaRPr sz="2600"/>
          </a:p>
        </p:txBody>
      </p:sp>
      <p:sp>
        <p:nvSpPr>
          <p:cNvPr id="382" name="Google Shape;382;p36"/>
          <p:cNvSpPr txBox="1"/>
          <p:nvPr/>
        </p:nvSpPr>
        <p:spPr>
          <a:xfrm>
            <a:off x="784500" y="1153400"/>
            <a:ext cx="7575000" cy="34836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1"/>
              </a:buClr>
              <a:buSzPts val="1400"/>
              <a:buFont typeface="Hanken Grotesk"/>
              <a:buChar char="➔"/>
            </a:pPr>
            <a:r>
              <a:rPr lang="en" b="1">
                <a:solidFill>
                  <a:schemeClr val="dk1"/>
                </a:solidFill>
                <a:latin typeface="Hanken Grotesk"/>
                <a:ea typeface="Hanken Grotesk"/>
                <a:cs typeface="Hanken Grotesk"/>
                <a:sym typeface="Hanken Grotesk"/>
              </a:rPr>
              <a:t>Sentiment Analysis: </a:t>
            </a:r>
            <a:endParaRPr b="1">
              <a:solidFill>
                <a:schemeClr val="dk1"/>
              </a:solidFill>
              <a:latin typeface="Hanken Grotesk"/>
              <a:ea typeface="Hanken Grotesk"/>
              <a:cs typeface="Hanken Grotesk"/>
              <a:sym typeface="Hanken Grotesk"/>
            </a:endParaRPr>
          </a:p>
          <a:p>
            <a:pPr marL="9144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The task of identifying the emotional tone in text and classifying it into polarities like Positive, Negative, or Neutral.</a:t>
            </a:r>
            <a:endParaRPr>
              <a:solidFill>
                <a:schemeClr val="dk1"/>
              </a:solidFill>
              <a:latin typeface="Hanken Grotesk"/>
              <a:ea typeface="Hanken Grotesk"/>
              <a:cs typeface="Hanken Grotesk"/>
              <a:sym typeface="Hanken Grotesk"/>
            </a:endParaRPr>
          </a:p>
          <a:p>
            <a:pPr marL="9144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Consider a sample sentence: The movie was excellent.</a:t>
            </a:r>
            <a:endParaRPr>
              <a:solidFill>
                <a:schemeClr val="dk1"/>
              </a:solidFill>
              <a:latin typeface="Hanken Grotesk"/>
              <a:ea typeface="Hanken Grotesk"/>
              <a:cs typeface="Hanken Grotesk"/>
              <a:sym typeface="Hanken Grotesk"/>
            </a:endParaRPr>
          </a:p>
          <a:p>
            <a:pPr marL="9144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The model needs to classify the sentiment polarity correctly.</a:t>
            </a:r>
            <a:endParaRPr>
              <a:solidFill>
                <a:schemeClr val="dk1"/>
              </a:solidFill>
              <a:latin typeface="Hanken Grotesk"/>
              <a:ea typeface="Hanken Grotesk"/>
              <a:cs typeface="Hanken Grotesk"/>
              <a:sym typeface="Hanken Grotesk"/>
            </a:endParaRPr>
          </a:p>
          <a:p>
            <a:pPr marL="9144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Analyzed Sentence: The movie was excellent -&gt; Positive Sentiment</a:t>
            </a:r>
            <a:endParaRPr>
              <a:solidFill>
                <a:schemeClr val="dk1"/>
              </a:solidFill>
              <a:latin typeface="Hanken Grotesk"/>
              <a:ea typeface="Hanken Grotesk"/>
              <a:cs typeface="Hanken Grotesk"/>
              <a:sym typeface="Hanken Grotesk"/>
            </a:endParaRPr>
          </a:p>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a:p>
            <a:pPr marL="457200" lvl="0" indent="-317500" algn="l" rtl="0">
              <a:spcBef>
                <a:spcPts val="0"/>
              </a:spcBef>
              <a:spcAft>
                <a:spcPts val="0"/>
              </a:spcAft>
              <a:buClr>
                <a:schemeClr val="dk1"/>
              </a:buClr>
              <a:buSzPts val="1400"/>
              <a:buFont typeface="Hanken Grotesk"/>
              <a:buChar char="➔"/>
            </a:pPr>
            <a:r>
              <a:rPr lang="en" b="1">
                <a:solidFill>
                  <a:schemeClr val="dk1"/>
                </a:solidFill>
                <a:latin typeface="Hanken Grotesk"/>
                <a:ea typeface="Hanken Grotesk"/>
                <a:cs typeface="Hanken Grotesk"/>
                <a:sym typeface="Hanken Grotesk"/>
              </a:rPr>
              <a:t>Current State-of-The-Art techniques in Traditional Deep Learning:</a:t>
            </a:r>
            <a:endParaRPr b="1">
              <a:solidFill>
                <a:schemeClr val="dk1"/>
              </a:solidFill>
              <a:latin typeface="Hanken Grotesk"/>
              <a:ea typeface="Hanken Grotesk"/>
              <a:cs typeface="Hanken Grotesk"/>
              <a:sym typeface="Hanken Grotesk"/>
            </a:endParaRPr>
          </a:p>
          <a:p>
            <a:pPr marL="9144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Rely on Transformer models like BERT that use word embeddings (numerical vectors) to understand word meanings.</a:t>
            </a:r>
            <a:endParaRPr>
              <a:solidFill>
                <a:schemeClr val="dk1"/>
              </a:solidFill>
              <a:latin typeface="Hanken Grotesk"/>
              <a:ea typeface="Hanken Grotesk"/>
              <a:cs typeface="Hanken Grotesk"/>
              <a:sym typeface="Hanken Grotesk"/>
            </a:endParaRPr>
          </a:p>
          <a:p>
            <a:pPr marL="9144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A core attention mechanism weighs the importance of each word to grasp the context.</a:t>
            </a:r>
            <a:endParaRPr>
              <a:solidFill>
                <a:schemeClr val="dk1"/>
              </a:solidFill>
              <a:latin typeface="Hanken Grotesk"/>
              <a:ea typeface="Hanken Grotesk"/>
              <a:cs typeface="Hanken Grotesk"/>
              <a:sym typeface="Hanken Grotesk"/>
            </a:endParaRPr>
          </a:p>
          <a:p>
            <a:pPr marL="9144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However these models are computationally massive and data-hungry, creating a need for more efficient paradigms.</a:t>
            </a:r>
            <a:endParaRPr>
              <a:solidFill>
                <a:schemeClr val="dk1"/>
              </a:solidFill>
              <a:latin typeface="Hanken Grotesk"/>
              <a:ea typeface="Hanken Grotesk"/>
              <a:cs typeface="Hanken Grotesk"/>
              <a:sym typeface="Hanken Grotesk"/>
            </a:endParaRPr>
          </a:p>
          <a:p>
            <a:pPr marL="182880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383" name="Google Shape;383;p3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000"/>
              <a:t>7</a:t>
            </a:fld>
            <a:endParaRPr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37"/>
          <p:cNvSpPr txBox="1"/>
          <p:nvPr/>
        </p:nvSpPr>
        <p:spPr>
          <a:xfrm>
            <a:off x="784500" y="1114350"/>
            <a:ext cx="7575000" cy="34836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1"/>
              </a:buClr>
              <a:buSzPts val="1400"/>
              <a:buFont typeface="Hanken Grotesk"/>
              <a:buChar char="➔"/>
            </a:pPr>
            <a:r>
              <a:rPr lang="en" b="1">
                <a:solidFill>
                  <a:schemeClr val="dk1"/>
                </a:solidFill>
                <a:latin typeface="Hanken Grotesk"/>
                <a:ea typeface="Hanken Grotesk"/>
                <a:cs typeface="Hanken Grotesk"/>
                <a:sym typeface="Hanken Grotesk"/>
              </a:rPr>
              <a:t>QML for Sentiment Analysis:</a:t>
            </a:r>
            <a:br>
              <a:rPr lang="en" b="1">
                <a:solidFill>
                  <a:schemeClr val="dk1"/>
                </a:solidFill>
                <a:latin typeface="Hanken Grotesk"/>
                <a:ea typeface="Hanken Grotesk"/>
                <a:cs typeface="Hanken Grotesk"/>
                <a:sym typeface="Hanken Grotesk"/>
              </a:rPr>
            </a:br>
            <a:endParaRPr b="1">
              <a:solidFill>
                <a:schemeClr val="dk1"/>
              </a:solidFill>
              <a:latin typeface="Hanken Grotesk"/>
              <a:ea typeface="Hanken Grotesk"/>
              <a:cs typeface="Hanken Grotesk"/>
              <a:sym typeface="Hanken Grotesk"/>
            </a:endParaRPr>
          </a:p>
          <a:p>
            <a:pPr marL="9144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The most common method is the Hybrid Quantum-Classical Model where classical pre-processing is passed to a quantum circuit. This quantum component is typically a Variational Quantum Classifier (VQC), which acts like a quantum neural network layer to learn and classify data patterns.</a:t>
            </a:r>
            <a:br>
              <a:rPr lang="en">
                <a:solidFill>
                  <a:schemeClr val="dk1"/>
                </a:solidFill>
                <a:latin typeface="Hanken Grotesk"/>
                <a:ea typeface="Hanken Grotesk"/>
                <a:cs typeface="Hanken Grotesk"/>
                <a:sym typeface="Hanken Grotesk"/>
              </a:rPr>
            </a:br>
            <a:endParaRPr b="1">
              <a:solidFill>
                <a:schemeClr val="dk1"/>
              </a:solidFill>
              <a:latin typeface="Hanken Grotesk"/>
              <a:ea typeface="Hanken Grotesk"/>
              <a:cs typeface="Hanken Grotesk"/>
              <a:sym typeface="Hanken Grotesk"/>
            </a:endParaRPr>
          </a:p>
          <a:p>
            <a:pPr marL="9144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Our aim is to build and test a quantum-based recurrent architecture to perform sentiment analysis.</a:t>
            </a:r>
            <a:endParaRPr>
              <a:solidFill>
                <a:schemeClr val="dk1"/>
              </a:solidFill>
              <a:latin typeface="Hanken Grotesk"/>
              <a:ea typeface="Hanken Grotesk"/>
              <a:cs typeface="Hanken Grotesk"/>
              <a:sym typeface="Hanken Grotesk"/>
            </a:endParaRPr>
          </a:p>
        </p:txBody>
      </p:sp>
      <p:sp>
        <p:nvSpPr>
          <p:cNvPr id="389" name="Google Shape;389;p37"/>
          <p:cNvSpPr txBox="1">
            <a:spLocks noGrp="1"/>
          </p:cNvSpPr>
          <p:nvPr>
            <p:ph type="title"/>
          </p:nvPr>
        </p:nvSpPr>
        <p:spPr>
          <a:xfrm>
            <a:off x="733300" y="605550"/>
            <a:ext cx="5067600" cy="508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en" sz="2600"/>
              <a:t>Introduction</a:t>
            </a:r>
            <a:endParaRPr sz="2600"/>
          </a:p>
        </p:txBody>
      </p:sp>
      <p:sp>
        <p:nvSpPr>
          <p:cNvPr id="390" name="Google Shape;390;p3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000"/>
              <a:t>8</a:t>
            </a:fld>
            <a:endParaRPr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38"/>
          <p:cNvSpPr txBox="1">
            <a:spLocks noGrp="1"/>
          </p:cNvSpPr>
          <p:nvPr>
            <p:ph type="title"/>
          </p:nvPr>
        </p:nvSpPr>
        <p:spPr>
          <a:xfrm>
            <a:off x="733300" y="605550"/>
            <a:ext cx="5067600" cy="508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en" sz="2600"/>
              <a:t>Motivation</a:t>
            </a:r>
            <a:endParaRPr sz="2600"/>
          </a:p>
        </p:txBody>
      </p:sp>
      <p:sp>
        <p:nvSpPr>
          <p:cNvPr id="396" name="Google Shape;396;p38"/>
          <p:cNvSpPr txBox="1"/>
          <p:nvPr/>
        </p:nvSpPr>
        <p:spPr>
          <a:xfrm>
            <a:off x="784500" y="1114350"/>
            <a:ext cx="7575000" cy="34836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Traditional deep learning models often fail to capture complex linguistic nuance and sarcasm.</a:t>
            </a:r>
            <a:br>
              <a:rPr lang="en">
                <a:solidFill>
                  <a:schemeClr val="dk1"/>
                </a:solidFill>
                <a:latin typeface="Hanken Grotesk"/>
                <a:ea typeface="Hanken Grotesk"/>
                <a:cs typeface="Hanken Grotesk"/>
                <a:sym typeface="Hanken Grotesk"/>
              </a:rPr>
            </a:br>
            <a:endParaRPr>
              <a:solidFill>
                <a:schemeClr val="dk1"/>
              </a:solidFill>
              <a:latin typeface="Hanken Grotesk"/>
              <a:ea typeface="Hanken Grotesk"/>
              <a:cs typeface="Hanken Grotesk"/>
              <a:sym typeface="Hanken Grotesk"/>
            </a:endParaRPr>
          </a:p>
          <a:p>
            <a:pPr marL="4572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State-of-the-art performance requires models with massive parameter counts, leading to extremely high computational costs.</a:t>
            </a:r>
            <a:br>
              <a:rPr lang="en">
                <a:solidFill>
                  <a:schemeClr val="dk1"/>
                </a:solidFill>
                <a:latin typeface="Hanken Grotesk"/>
                <a:ea typeface="Hanken Grotesk"/>
                <a:cs typeface="Hanken Grotesk"/>
                <a:sym typeface="Hanken Grotesk"/>
              </a:rPr>
            </a:br>
            <a:endParaRPr>
              <a:solidFill>
                <a:schemeClr val="dk1"/>
              </a:solidFill>
              <a:latin typeface="Hanken Grotesk"/>
              <a:ea typeface="Hanken Grotesk"/>
              <a:cs typeface="Hanken Grotesk"/>
              <a:sym typeface="Hanken Grotesk"/>
            </a:endParaRPr>
          </a:p>
          <a:p>
            <a:pPr marL="4572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QML offers the ability to process information in exponentially large, high-dimensional quantum spaces.</a:t>
            </a:r>
            <a:br>
              <a:rPr lang="en">
                <a:solidFill>
                  <a:schemeClr val="dk1"/>
                </a:solidFill>
                <a:latin typeface="Hanken Grotesk"/>
                <a:ea typeface="Hanken Grotesk"/>
                <a:cs typeface="Hanken Grotesk"/>
                <a:sym typeface="Hanken Grotesk"/>
              </a:rPr>
            </a:br>
            <a:endParaRPr>
              <a:solidFill>
                <a:schemeClr val="dk1"/>
              </a:solidFill>
              <a:latin typeface="Hanken Grotesk"/>
              <a:ea typeface="Hanken Grotesk"/>
              <a:cs typeface="Hanken Grotesk"/>
              <a:sym typeface="Hanken Grotesk"/>
            </a:endParaRPr>
          </a:p>
          <a:p>
            <a:pPr marL="4572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It has the potential to capture complex data correlations more naturally using entanglement.</a:t>
            </a:r>
            <a:br>
              <a:rPr lang="en">
                <a:solidFill>
                  <a:schemeClr val="dk1"/>
                </a:solidFill>
                <a:latin typeface="Hanken Grotesk"/>
                <a:ea typeface="Hanken Grotesk"/>
                <a:cs typeface="Hanken Grotesk"/>
                <a:sym typeface="Hanken Grotesk"/>
              </a:rPr>
            </a:br>
            <a:endParaRPr>
              <a:solidFill>
                <a:schemeClr val="dk1"/>
              </a:solidFill>
              <a:latin typeface="Hanken Grotesk"/>
              <a:ea typeface="Hanken Grotesk"/>
              <a:cs typeface="Hanken Grotesk"/>
              <a:sym typeface="Hanken Grotesk"/>
            </a:endParaRPr>
          </a:p>
          <a:p>
            <a:pPr marL="4572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Provides an opportunity to create powerful models with significantly fewer parameters.</a:t>
            </a:r>
            <a:endParaRPr>
              <a:solidFill>
                <a:schemeClr val="dk1"/>
              </a:solidFill>
              <a:latin typeface="Hanken Grotesk"/>
              <a:ea typeface="Hanken Grotesk"/>
              <a:cs typeface="Hanken Grotesk"/>
              <a:sym typeface="Hanken Grotesk"/>
            </a:endParaRPr>
          </a:p>
          <a:p>
            <a:pPr marL="45720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397" name="Google Shape;397;p3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000"/>
              <a:t>9</a:t>
            </a:fld>
            <a:endParaRPr sz="1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39"/>
          <p:cNvSpPr txBox="1">
            <a:spLocks noGrp="1"/>
          </p:cNvSpPr>
          <p:nvPr>
            <p:ph type="title"/>
          </p:nvPr>
        </p:nvSpPr>
        <p:spPr>
          <a:xfrm>
            <a:off x="697825" y="527175"/>
            <a:ext cx="5067600" cy="508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en" sz="2600"/>
              <a:t>Literature Survey</a:t>
            </a:r>
            <a:endParaRPr sz="2600"/>
          </a:p>
        </p:txBody>
      </p:sp>
      <p:sp>
        <p:nvSpPr>
          <p:cNvPr id="403" name="Google Shape;403;p39"/>
          <p:cNvSpPr txBox="1"/>
          <p:nvPr/>
        </p:nvSpPr>
        <p:spPr>
          <a:xfrm>
            <a:off x="784500" y="1114350"/>
            <a:ext cx="7575000" cy="34836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endParaRPr>
              <a:solidFill>
                <a:schemeClr val="dk1"/>
              </a:solidFill>
              <a:latin typeface="Hanken Grotesk"/>
              <a:ea typeface="Hanken Grotesk"/>
              <a:cs typeface="Hanken Grotesk"/>
              <a:sym typeface="Hanken Grotesk"/>
            </a:endParaRPr>
          </a:p>
          <a:p>
            <a:pPr marL="45720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graphicFrame>
        <p:nvGraphicFramePr>
          <p:cNvPr id="404" name="Google Shape;404;p39"/>
          <p:cNvGraphicFramePr/>
          <p:nvPr/>
        </p:nvGraphicFramePr>
        <p:xfrm>
          <a:off x="842063" y="1035963"/>
          <a:ext cx="7459875" cy="3483600"/>
        </p:xfrm>
        <a:graphic>
          <a:graphicData uri="http://schemas.openxmlformats.org/drawingml/2006/table">
            <a:tbl>
              <a:tblPr>
                <a:noFill/>
                <a:tableStyleId>{1E6FC7FD-9D2E-4833-B8CB-813D9EE70BAE}</a:tableStyleId>
              </a:tblPr>
              <a:tblGrid>
                <a:gridCol w="2486625">
                  <a:extLst>
                    <a:ext uri="{9D8B030D-6E8A-4147-A177-3AD203B41FA5}">
                      <a16:colId xmlns:a16="http://schemas.microsoft.com/office/drawing/2014/main" val="20000"/>
                    </a:ext>
                  </a:extLst>
                </a:gridCol>
                <a:gridCol w="2486625">
                  <a:extLst>
                    <a:ext uri="{9D8B030D-6E8A-4147-A177-3AD203B41FA5}">
                      <a16:colId xmlns:a16="http://schemas.microsoft.com/office/drawing/2014/main" val="20001"/>
                    </a:ext>
                  </a:extLst>
                </a:gridCol>
                <a:gridCol w="2486625">
                  <a:extLst>
                    <a:ext uri="{9D8B030D-6E8A-4147-A177-3AD203B41FA5}">
                      <a16:colId xmlns:a16="http://schemas.microsoft.com/office/drawing/2014/main" val="20002"/>
                    </a:ext>
                  </a:extLst>
                </a:gridCol>
              </a:tblGrid>
              <a:tr h="518300">
                <a:tc>
                  <a:txBody>
                    <a:bodyPr/>
                    <a:lstStyle/>
                    <a:p>
                      <a:pPr marL="0" lvl="0" indent="0" algn="ctr" rtl="0">
                        <a:spcBef>
                          <a:spcPts val="0"/>
                        </a:spcBef>
                        <a:spcAft>
                          <a:spcPts val="0"/>
                        </a:spcAft>
                        <a:buNone/>
                      </a:pPr>
                      <a:r>
                        <a:rPr lang="en" sz="1200" b="1">
                          <a:solidFill>
                            <a:schemeClr val="dk1"/>
                          </a:solidFill>
                          <a:latin typeface="Hanken Grotesk"/>
                          <a:ea typeface="Hanken Grotesk"/>
                          <a:cs typeface="Hanken Grotesk"/>
                          <a:sym typeface="Hanken Grotesk"/>
                        </a:rPr>
                        <a:t>Title and Authors</a:t>
                      </a:r>
                      <a:endParaRPr sz="1200" b="1"/>
                    </a:p>
                  </a:txBody>
                  <a:tcPr marL="91425" marR="91425" marT="91425" marB="91425">
                    <a:solidFill>
                      <a:srgbClr val="CFD7FD"/>
                    </a:solidFill>
                  </a:tcPr>
                </a:tc>
                <a:tc>
                  <a:txBody>
                    <a:bodyPr/>
                    <a:lstStyle/>
                    <a:p>
                      <a:pPr marL="0" lvl="0" indent="0" algn="ctr" rtl="0">
                        <a:spcBef>
                          <a:spcPts val="0"/>
                        </a:spcBef>
                        <a:spcAft>
                          <a:spcPts val="0"/>
                        </a:spcAft>
                        <a:buNone/>
                      </a:pPr>
                      <a:r>
                        <a:rPr lang="en" sz="1200" b="1">
                          <a:solidFill>
                            <a:schemeClr val="dk1"/>
                          </a:solidFill>
                          <a:latin typeface="Hanken Grotesk"/>
                          <a:ea typeface="Hanken Grotesk"/>
                          <a:cs typeface="Hanken Grotesk"/>
                          <a:sym typeface="Hanken Grotesk"/>
                        </a:rPr>
                        <a:t>Contributions</a:t>
                      </a:r>
                      <a:endParaRPr sz="1200" b="1"/>
                    </a:p>
                  </a:txBody>
                  <a:tcPr marL="91425" marR="91425" marT="91425" marB="91425">
                    <a:solidFill>
                      <a:srgbClr val="CFD7FD"/>
                    </a:solidFill>
                  </a:tcPr>
                </a:tc>
                <a:tc>
                  <a:txBody>
                    <a:bodyPr/>
                    <a:lstStyle/>
                    <a:p>
                      <a:pPr marL="0" lvl="0" indent="0" algn="ctr" rtl="0">
                        <a:spcBef>
                          <a:spcPts val="0"/>
                        </a:spcBef>
                        <a:spcAft>
                          <a:spcPts val="0"/>
                        </a:spcAft>
                        <a:buNone/>
                      </a:pPr>
                      <a:r>
                        <a:rPr lang="en" sz="1200" b="1">
                          <a:solidFill>
                            <a:schemeClr val="dk1"/>
                          </a:solidFill>
                          <a:latin typeface="Hanken Grotesk"/>
                          <a:ea typeface="Hanken Grotesk"/>
                          <a:cs typeface="Hanken Grotesk"/>
                          <a:sym typeface="Hanken Grotesk"/>
                        </a:rPr>
                        <a:t>Inferences</a:t>
                      </a:r>
                      <a:endParaRPr sz="1200" b="1"/>
                    </a:p>
                  </a:txBody>
                  <a:tcPr marL="91425" marR="91425" marT="91425" marB="91425">
                    <a:solidFill>
                      <a:srgbClr val="CFD7FD"/>
                    </a:solidFill>
                  </a:tcPr>
                </a:tc>
                <a:extLst>
                  <a:ext uri="{0D108BD9-81ED-4DB2-BD59-A6C34878D82A}">
                    <a16:rowId xmlns:a16="http://schemas.microsoft.com/office/drawing/2014/main" val="10000"/>
                  </a:ext>
                </a:extLst>
              </a:tr>
              <a:tr h="1511825">
                <a:tc>
                  <a:txBody>
                    <a:bodyPr/>
                    <a:lstStyle/>
                    <a:p>
                      <a:pPr marL="0" lvl="0" indent="0" algn="ctr" rtl="0">
                        <a:spcBef>
                          <a:spcPts val="0"/>
                        </a:spcBef>
                        <a:spcAft>
                          <a:spcPts val="0"/>
                        </a:spcAft>
                        <a:buNone/>
                      </a:pPr>
                      <a:endParaRPr sz="1000" b="1"/>
                    </a:p>
                    <a:p>
                      <a:pPr marL="0" lvl="0" indent="0" algn="ctr" rtl="0">
                        <a:spcBef>
                          <a:spcPts val="0"/>
                        </a:spcBef>
                        <a:spcAft>
                          <a:spcPts val="0"/>
                        </a:spcAft>
                        <a:buNone/>
                      </a:pPr>
                      <a:r>
                        <a:rPr lang="en" sz="1000" b="1"/>
                        <a:t>Hybrid Quantum-Classical Machine Learning for Sentiment Analysis [3]</a:t>
                      </a:r>
                      <a:endParaRPr sz="1000" b="1"/>
                    </a:p>
                    <a:p>
                      <a:pPr marL="0" lvl="0" indent="0" algn="ctr" rtl="0">
                        <a:spcBef>
                          <a:spcPts val="0"/>
                        </a:spcBef>
                        <a:spcAft>
                          <a:spcPts val="0"/>
                        </a:spcAft>
                        <a:buNone/>
                      </a:pPr>
                      <a:endParaRPr sz="1000"/>
                    </a:p>
                    <a:p>
                      <a:pPr marL="0" lvl="0" indent="0" algn="ctr" rtl="0">
                        <a:spcBef>
                          <a:spcPts val="0"/>
                        </a:spcBef>
                        <a:spcAft>
                          <a:spcPts val="0"/>
                        </a:spcAft>
                        <a:buNone/>
                      </a:pPr>
                      <a:r>
                        <a:rPr lang="en" sz="1000"/>
                        <a:t>Abu Kaisar Mohammad Masum et al</a:t>
                      </a:r>
                      <a:endParaRPr sz="1000"/>
                    </a:p>
                    <a:p>
                      <a:pPr marL="0" lvl="0" indent="0" algn="ctr" rtl="0">
                        <a:spcBef>
                          <a:spcPts val="0"/>
                        </a:spcBef>
                        <a:spcAft>
                          <a:spcPts val="0"/>
                        </a:spcAft>
                        <a:buNone/>
                      </a:pPr>
                      <a:r>
                        <a:rPr lang="en" sz="1000"/>
                        <a:t>(2023)</a:t>
                      </a:r>
                      <a:endParaRPr sz="1300"/>
                    </a:p>
                  </a:txBody>
                  <a:tcPr marL="91425" marR="91425" marT="91425" marB="91425"/>
                </a:tc>
                <a:tc>
                  <a:txBody>
                    <a:bodyPr/>
                    <a:lstStyle/>
                    <a:p>
                      <a:pPr marL="0" lvl="0" indent="0" algn="ctr" rtl="0">
                        <a:spcBef>
                          <a:spcPts val="0"/>
                        </a:spcBef>
                        <a:spcAft>
                          <a:spcPts val="0"/>
                        </a:spcAft>
                        <a:buNone/>
                      </a:pPr>
                      <a:endParaRPr sz="1000"/>
                    </a:p>
                    <a:p>
                      <a:pPr marL="0" lvl="0" indent="0" algn="ctr" rtl="0">
                        <a:spcBef>
                          <a:spcPts val="0"/>
                        </a:spcBef>
                        <a:spcAft>
                          <a:spcPts val="0"/>
                        </a:spcAft>
                        <a:buNone/>
                      </a:pPr>
                      <a:r>
                        <a:rPr lang="en" sz="1000"/>
                        <a:t>Proposed a hybrid QML model using QSVM and VQC with PCA and Haar Wavelet Transform for dimensionality reduction, achieving improved sentiment classification over classical models.</a:t>
                      </a:r>
                      <a:endParaRPr sz="1000"/>
                    </a:p>
                  </a:txBody>
                  <a:tcPr marL="91425" marR="91425" marT="91425" marB="91425"/>
                </a:tc>
                <a:tc>
                  <a:txBody>
                    <a:bodyPr/>
                    <a:lstStyle/>
                    <a:p>
                      <a:pPr marL="0" lvl="0" indent="0" algn="ctr" rtl="0">
                        <a:spcBef>
                          <a:spcPts val="0"/>
                        </a:spcBef>
                        <a:spcAft>
                          <a:spcPts val="0"/>
                        </a:spcAft>
                        <a:buNone/>
                      </a:pPr>
                      <a:endParaRPr sz="1000"/>
                    </a:p>
                    <a:p>
                      <a:pPr marL="0" lvl="0" indent="0" algn="ctr" rtl="0">
                        <a:spcBef>
                          <a:spcPts val="0"/>
                        </a:spcBef>
                        <a:spcAft>
                          <a:spcPts val="0"/>
                        </a:spcAft>
                        <a:buNone/>
                      </a:pPr>
                      <a:r>
                        <a:rPr lang="en" sz="1000"/>
                        <a:t>Shows that dimension reduction enhances quantum efficiency, and hybrid models outperform classical methods in sentiment analysis.</a:t>
                      </a:r>
                      <a:endParaRPr/>
                    </a:p>
                  </a:txBody>
                  <a:tcPr marL="91425" marR="91425" marT="91425" marB="91425"/>
                </a:tc>
                <a:extLst>
                  <a:ext uri="{0D108BD9-81ED-4DB2-BD59-A6C34878D82A}">
                    <a16:rowId xmlns:a16="http://schemas.microsoft.com/office/drawing/2014/main" val="10001"/>
                  </a:ext>
                </a:extLst>
              </a:tr>
              <a:tr h="1453475">
                <a:tc>
                  <a:txBody>
                    <a:bodyPr/>
                    <a:lstStyle/>
                    <a:p>
                      <a:pPr marL="0" lvl="0" indent="0" algn="ctr" rtl="0">
                        <a:spcBef>
                          <a:spcPts val="0"/>
                        </a:spcBef>
                        <a:spcAft>
                          <a:spcPts val="0"/>
                        </a:spcAft>
                        <a:buNone/>
                      </a:pPr>
                      <a:endParaRPr sz="1000" b="1"/>
                    </a:p>
                    <a:p>
                      <a:pPr marL="0" lvl="0" indent="0" algn="ctr" rtl="0">
                        <a:spcBef>
                          <a:spcPts val="0"/>
                        </a:spcBef>
                        <a:spcAft>
                          <a:spcPts val="0"/>
                        </a:spcAft>
                        <a:buNone/>
                      </a:pPr>
                      <a:r>
                        <a:rPr lang="en" sz="1000" b="1"/>
                        <a:t>Quantum Self-Attention Neural Networks for Text Classification [4]</a:t>
                      </a:r>
                      <a:endParaRPr sz="1000" b="1"/>
                    </a:p>
                    <a:p>
                      <a:pPr marL="0" lvl="0" indent="0" algn="ctr" rtl="0">
                        <a:spcBef>
                          <a:spcPts val="0"/>
                        </a:spcBef>
                        <a:spcAft>
                          <a:spcPts val="0"/>
                        </a:spcAft>
                        <a:buNone/>
                      </a:pPr>
                      <a:endParaRPr sz="1000"/>
                    </a:p>
                    <a:p>
                      <a:pPr marL="0" lvl="0" indent="0" algn="ctr" rtl="0">
                        <a:spcBef>
                          <a:spcPts val="0"/>
                        </a:spcBef>
                        <a:spcAft>
                          <a:spcPts val="0"/>
                        </a:spcAft>
                        <a:buNone/>
                      </a:pPr>
                      <a:r>
                        <a:rPr lang="en" sz="1000"/>
                        <a:t>Guangxi Li et al </a:t>
                      </a:r>
                      <a:endParaRPr sz="1000"/>
                    </a:p>
                    <a:p>
                      <a:pPr marL="0" lvl="0" indent="0" algn="ctr" rtl="0">
                        <a:spcBef>
                          <a:spcPts val="0"/>
                        </a:spcBef>
                        <a:spcAft>
                          <a:spcPts val="0"/>
                        </a:spcAft>
                        <a:buNone/>
                      </a:pPr>
                      <a:r>
                        <a:rPr lang="en" sz="1000"/>
                        <a:t>(2024)</a:t>
                      </a:r>
                      <a:endParaRPr sz="1000" b="1"/>
                    </a:p>
                  </a:txBody>
                  <a:tcPr marL="91425" marR="91425" marT="91425" marB="91425"/>
                </a:tc>
                <a:tc>
                  <a:txBody>
                    <a:bodyPr/>
                    <a:lstStyle/>
                    <a:p>
                      <a:pPr marL="0" lvl="0" indent="0" algn="ctr" rtl="0">
                        <a:spcBef>
                          <a:spcPts val="0"/>
                        </a:spcBef>
                        <a:spcAft>
                          <a:spcPts val="0"/>
                        </a:spcAft>
                        <a:buNone/>
                      </a:pPr>
                      <a:endParaRPr sz="1000"/>
                    </a:p>
                    <a:p>
                      <a:pPr marL="0" lvl="0" indent="0" algn="ctr" rtl="0">
                        <a:spcBef>
                          <a:spcPts val="0"/>
                        </a:spcBef>
                        <a:spcAft>
                          <a:spcPts val="0"/>
                        </a:spcAft>
                        <a:buNone/>
                      </a:pPr>
                      <a:r>
                        <a:rPr lang="en" sz="1000"/>
                        <a:t>Introduced QSANN using Gaussian Projected Quantum Self-Attention (GPQSA) for scalable quantum NLP, outperforming classical and syntax-based models.</a:t>
                      </a:r>
                      <a:endParaRPr/>
                    </a:p>
                  </a:txBody>
                  <a:tcPr marL="91425" marR="91425" marT="91425" marB="91425"/>
                </a:tc>
                <a:tc>
                  <a:txBody>
                    <a:bodyPr/>
                    <a:lstStyle/>
                    <a:p>
                      <a:pPr marL="0" lvl="0" indent="0" algn="ctr" rtl="0">
                        <a:spcBef>
                          <a:spcPts val="0"/>
                        </a:spcBef>
                        <a:spcAft>
                          <a:spcPts val="0"/>
                        </a:spcAft>
                        <a:buNone/>
                      </a:pPr>
                      <a:endParaRPr sz="1000"/>
                    </a:p>
                    <a:p>
                      <a:pPr marL="0" lvl="0" indent="0" algn="ctr" rtl="0">
                        <a:spcBef>
                          <a:spcPts val="0"/>
                        </a:spcBef>
                        <a:spcAft>
                          <a:spcPts val="0"/>
                        </a:spcAft>
                        <a:buNone/>
                      </a:pPr>
                      <a:r>
                        <a:rPr lang="en" sz="1000"/>
                        <a:t>Proves self-attention works efficiently on quantum circuits, enabling scalable, syntax-free QNLP for robust text understanding.</a:t>
                      </a:r>
                      <a:endParaRPr/>
                    </a:p>
                  </a:txBody>
                  <a:tcPr marL="91425" marR="91425" marT="91425" marB="91425"/>
                </a:tc>
                <a:extLst>
                  <a:ext uri="{0D108BD9-81ED-4DB2-BD59-A6C34878D82A}">
                    <a16:rowId xmlns:a16="http://schemas.microsoft.com/office/drawing/2014/main" val="10002"/>
                  </a:ext>
                </a:extLst>
              </a:tr>
            </a:tbl>
          </a:graphicData>
        </a:graphic>
      </p:graphicFrame>
      <p:sp>
        <p:nvSpPr>
          <p:cNvPr id="405" name="Google Shape;405;p3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000"/>
              <a:t>10</a:t>
            </a:fld>
            <a:endParaRPr sz="1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40"/>
          <p:cNvSpPr txBox="1">
            <a:spLocks noGrp="1"/>
          </p:cNvSpPr>
          <p:nvPr>
            <p:ph type="title"/>
          </p:nvPr>
        </p:nvSpPr>
        <p:spPr>
          <a:xfrm>
            <a:off x="697825" y="527175"/>
            <a:ext cx="5067600" cy="508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en" sz="2600"/>
              <a:t>Literature Survey</a:t>
            </a:r>
            <a:endParaRPr sz="2600"/>
          </a:p>
        </p:txBody>
      </p:sp>
      <p:sp>
        <p:nvSpPr>
          <p:cNvPr id="411" name="Google Shape;411;p40"/>
          <p:cNvSpPr txBox="1"/>
          <p:nvPr/>
        </p:nvSpPr>
        <p:spPr>
          <a:xfrm>
            <a:off x="784500" y="1114350"/>
            <a:ext cx="7575000" cy="34836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endParaRPr>
              <a:solidFill>
                <a:schemeClr val="dk1"/>
              </a:solidFill>
              <a:latin typeface="Hanken Grotesk"/>
              <a:ea typeface="Hanken Grotesk"/>
              <a:cs typeface="Hanken Grotesk"/>
              <a:sym typeface="Hanken Grotesk"/>
            </a:endParaRPr>
          </a:p>
          <a:p>
            <a:pPr marL="45720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graphicFrame>
        <p:nvGraphicFramePr>
          <p:cNvPr id="412" name="Google Shape;412;p40"/>
          <p:cNvGraphicFramePr/>
          <p:nvPr/>
        </p:nvGraphicFramePr>
        <p:xfrm>
          <a:off x="842063" y="1035963"/>
          <a:ext cx="7459875" cy="3483600"/>
        </p:xfrm>
        <a:graphic>
          <a:graphicData uri="http://schemas.openxmlformats.org/drawingml/2006/table">
            <a:tbl>
              <a:tblPr>
                <a:noFill/>
                <a:tableStyleId>{1E6FC7FD-9D2E-4833-B8CB-813D9EE70BAE}</a:tableStyleId>
              </a:tblPr>
              <a:tblGrid>
                <a:gridCol w="2486625">
                  <a:extLst>
                    <a:ext uri="{9D8B030D-6E8A-4147-A177-3AD203B41FA5}">
                      <a16:colId xmlns:a16="http://schemas.microsoft.com/office/drawing/2014/main" val="20000"/>
                    </a:ext>
                  </a:extLst>
                </a:gridCol>
                <a:gridCol w="2486625">
                  <a:extLst>
                    <a:ext uri="{9D8B030D-6E8A-4147-A177-3AD203B41FA5}">
                      <a16:colId xmlns:a16="http://schemas.microsoft.com/office/drawing/2014/main" val="20001"/>
                    </a:ext>
                  </a:extLst>
                </a:gridCol>
                <a:gridCol w="2486625">
                  <a:extLst>
                    <a:ext uri="{9D8B030D-6E8A-4147-A177-3AD203B41FA5}">
                      <a16:colId xmlns:a16="http://schemas.microsoft.com/office/drawing/2014/main" val="20002"/>
                    </a:ext>
                  </a:extLst>
                </a:gridCol>
              </a:tblGrid>
              <a:tr h="518300">
                <a:tc>
                  <a:txBody>
                    <a:bodyPr/>
                    <a:lstStyle/>
                    <a:p>
                      <a:pPr marL="0" lvl="0" indent="0" algn="ctr" rtl="0">
                        <a:spcBef>
                          <a:spcPts val="0"/>
                        </a:spcBef>
                        <a:spcAft>
                          <a:spcPts val="0"/>
                        </a:spcAft>
                        <a:buNone/>
                      </a:pPr>
                      <a:r>
                        <a:rPr lang="en" sz="1200" b="1">
                          <a:solidFill>
                            <a:schemeClr val="dk1"/>
                          </a:solidFill>
                          <a:latin typeface="Hanken Grotesk"/>
                          <a:ea typeface="Hanken Grotesk"/>
                          <a:cs typeface="Hanken Grotesk"/>
                          <a:sym typeface="Hanken Grotesk"/>
                        </a:rPr>
                        <a:t>Title and Authors</a:t>
                      </a:r>
                      <a:endParaRPr sz="1200" b="1"/>
                    </a:p>
                  </a:txBody>
                  <a:tcPr marL="91425" marR="91425" marT="91425" marB="91425">
                    <a:solidFill>
                      <a:srgbClr val="CFD7FD"/>
                    </a:solidFill>
                  </a:tcPr>
                </a:tc>
                <a:tc>
                  <a:txBody>
                    <a:bodyPr/>
                    <a:lstStyle/>
                    <a:p>
                      <a:pPr marL="0" lvl="0" indent="0" algn="ctr" rtl="0">
                        <a:spcBef>
                          <a:spcPts val="0"/>
                        </a:spcBef>
                        <a:spcAft>
                          <a:spcPts val="0"/>
                        </a:spcAft>
                        <a:buNone/>
                      </a:pPr>
                      <a:r>
                        <a:rPr lang="en" sz="1200" b="1">
                          <a:solidFill>
                            <a:schemeClr val="dk1"/>
                          </a:solidFill>
                          <a:latin typeface="Hanken Grotesk"/>
                          <a:ea typeface="Hanken Grotesk"/>
                          <a:cs typeface="Hanken Grotesk"/>
                          <a:sym typeface="Hanken Grotesk"/>
                        </a:rPr>
                        <a:t>Contributions</a:t>
                      </a:r>
                      <a:endParaRPr sz="1200" b="1"/>
                    </a:p>
                  </a:txBody>
                  <a:tcPr marL="91425" marR="91425" marT="91425" marB="91425">
                    <a:solidFill>
                      <a:srgbClr val="CFD7FD"/>
                    </a:solidFill>
                  </a:tcPr>
                </a:tc>
                <a:tc>
                  <a:txBody>
                    <a:bodyPr/>
                    <a:lstStyle/>
                    <a:p>
                      <a:pPr marL="0" lvl="0" indent="0" algn="ctr" rtl="0">
                        <a:spcBef>
                          <a:spcPts val="0"/>
                        </a:spcBef>
                        <a:spcAft>
                          <a:spcPts val="0"/>
                        </a:spcAft>
                        <a:buNone/>
                      </a:pPr>
                      <a:r>
                        <a:rPr lang="en" sz="1200" b="1">
                          <a:solidFill>
                            <a:schemeClr val="dk1"/>
                          </a:solidFill>
                          <a:latin typeface="Hanken Grotesk"/>
                          <a:ea typeface="Hanken Grotesk"/>
                          <a:cs typeface="Hanken Grotesk"/>
                          <a:sym typeface="Hanken Grotesk"/>
                        </a:rPr>
                        <a:t>Inferences</a:t>
                      </a:r>
                      <a:endParaRPr sz="1200" b="1"/>
                    </a:p>
                  </a:txBody>
                  <a:tcPr marL="91425" marR="91425" marT="91425" marB="91425">
                    <a:solidFill>
                      <a:srgbClr val="CFD7FD"/>
                    </a:solidFill>
                  </a:tcPr>
                </a:tc>
                <a:extLst>
                  <a:ext uri="{0D108BD9-81ED-4DB2-BD59-A6C34878D82A}">
                    <a16:rowId xmlns:a16="http://schemas.microsoft.com/office/drawing/2014/main" val="10000"/>
                  </a:ext>
                </a:extLst>
              </a:tr>
              <a:tr h="1511825">
                <a:tc>
                  <a:txBody>
                    <a:bodyPr/>
                    <a:lstStyle/>
                    <a:p>
                      <a:pPr marL="0" lvl="0" indent="0" algn="ctr" rtl="0">
                        <a:spcBef>
                          <a:spcPts val="0"/>
                        </a:spcBef>
                        <a:spcAft>
                          <a:spcPts val="0"/>
                        </a:spcAft>
                        <a:buNone/>
                      </a:pPr>
                      <a:endParaRPr sz="1000" b="1"/>
                    </a:p>
                    <a:p>
                      <a:pPr marL="0" lvl="0" indent="0" algn="ctr" rtl="0">
                        <a:spcBef>
                          <a:spcPts val="0"/>
                        </a:spcBef>
                        <a:spcAft>
                          <a:spcPts val="0"/>
                        </a:spcAft>
                        <a:buNone/>
                      </a:pPr>
                      <a:r>
                        <a:rPr lang="en" sz="1000" b="1"/>
                        <a:t>The Dawn of Quantum Natural Language Processing [5]</a:t>
                      </a:r>
                      <a:endParaRPr sz="1000" b="1"/>
                    </a:p>
                    <a:p>
                      <a:pPr marL="0" lvl="0" indent="0" algn="ctr" rtl="0">
                        <a:spcBef>
                          <a:spcPts val="0"/>
                        </a:spcBef>
                        <a:spcAft>
                          <a:spcPts val="0"/>
                        </a:spcAft>
                        <a:buNone/>
                      </a:pPr>
                      <a:endParaRPr sz="1000"/>
                    </a:p>
                    <a:p>
                      <a:pPr marL="0" lvl="0" indent="0" algn="ctr" rtl="0">
                        <a:spcBef>
                          <a:spcPts val="0"/>
                        </a:spcBef>
                        <a:spcAft>
                          <a:spcPts val="0"/>
                        </a:spcAft>
                        <a:buNone/>
                      </a:pPr>
                      <a:r>
                        <a:rPr lang="en" sz="1000"/>
                        <a:t>Riccardo Di Sipio et al. </a:t>
                      </a:r>
                      <a:endParaRPr sz="1000"/>
                    </a:p>
                    <a:p>
                      <a:pPr marL="0" lvl="0" indent="0" algn="ctr" rtl="0">
                        <a:spcBef>
                          <a:spcPts val="0"/>
                        </a:spcBef>
                        <a:spcAft>
                          <a:spcPts val="0"/>
                        </a:spcAft>
                        <a:buNone/>
                      </a:pPr>
                      <a:r>
                        <a:rPr lang="en" sz="1000"/>
                        <a:t>(2022)</a:t>
                      </a:r>
                      <a:endParaRPr sz="1300"/>
                    </a:p>
                  </a:txBody>
                  <a:tcPr marL="91425" marR="91425" marT="91425" marB="91425"/>
                </a:tc>
                <a:tc>
                  <a:txBody>
                    <a:bodyPr/>
                    <a:lstStyle/>
                    <a:p>
                      <a:pPr marL="0" lvl="0" indent="0" algn="ctr" rtl="0">
                        <a:spcBef>
                          <a:spcPts val="0"/>
                        </a:spcBef>
                        <a:spcAft>
                          <a:spcPts val="0"/>
                        </a:spcAft>
                        <a:buNone/>
                      </a:pPr>
                      <a:endParaRPr sz="1000"/>
                    </a:p>
                    <a:p>
                      <a:pPr marL="0" lvl="0" indent="0" algn="ctr" rtl="0">
                        <a:spcBef>
                          <a:spcPts val="0"/>
                        </a:spcBef>
                        <a:spcAft>
                          <a:spcPts val="0"/>
                        </a:spcAft>
                        <a:buNone/>
                      </a:pPr>
                      <a:r>
                        <a:rPr lang="en" sz="1000"/>
                        <a:t>Proposed and trained hybrid QNLP models, such as a Quantum Transformer and a QLSTM, by replacing classical linear layers with Variational Quantum Circuits (VQCs).</a:t>
                      </a:r>
                      <a:endParaRPr sz="1000"/>
                    </a:p>
                  </a:txBody>
                  <a:tcPr marL="91425" marR="91425" marT="91425" marB="91425"/>
                </a:tc>
                <a:tc>
                  <a:txBody>
                    <a:bodyPr/>
                    <a:lstStyle/>
                    <a:p>
                      <a:pPr marL="0" lvl="0" indent="0" algn="ctr" rtl="0">
                        <a:spcBef>
                          <a:spcPts val="0"/>
                        </a:spcBef>
                        <a:spcAft>
                          <a:spcPts val="0"/>
                        </a:spcAft>
                        <a:buNone/>
                      </a:pPr>
                      <a:endParaRPr sz="1000"/>
                    </a:p>
                    <a:p>
                      <a:pPr marL="0" lvl="0" indent="0" algn="ctr" rtl="0">
                        <a:spcBef>
                          <a:spcPts val="0"/>
                        </a:spcBef>
                        <a:spcAft>
                          <a:spcPts val="0"/>
                        </a:spcAft>
                        <a:buNone/>
                      </a:pPr>
                      <a:r>
                        <a:rPr lang="en" sz="1000"/>
                        <a:t>The hybrid QLSTM matched classical performance with significantly fewer parameters, establishing the approach's feasibility despite potentially longer training times.</a:t>
                      </a:r>
                      <a:endParaRPr/>
                    </a:p>
                  </a:txBody>
                  <a:tcPr marL="91425" marR="91425" marT="91425" marB="91425"/>
                </a:tc>
                <a:extLst>
                  <a:ext uri="{0D108BD9-81ED-4DB2-BD59-A6C34878D82A}">
                    <a16:rowId xmlns:a16="http://schemas.microsoft.com/office/drawing/2014/main" val="10001"/>
                  </a:ext>
                </a:extLst>
              </a:tr>
              <a:tr h="1453475">
                <a:tc>
                  <a:txBody>
                    <a:bodyPr/>
                    <a:lstStyle/>
                    <a:p>
                      <a:pPr marL="0" lvl="0" indent="0" algn="ctr" rtl="0">
                        <a:spcBef>
                          <a:spcPts val="0"/>
                        </a:spcBef>
                        <a:spcAft>
                          <a:spcPts val="0"/>
                        </a:spcAft>
                        <a:buNone/>
                      </a:pPr>
                      <a:endParaRPr sz="1000" b="1"/>
                    </a:p>
                    <a:p>
                      <a:pPr marL="0" lvl="0" indent="0" algn="ctr" rtl="0">
                        <a:spcBef>
                          <a:spcPts val="0"/>
                        </a:spcBef>
                        <a:spcAft>
                          <a:spcPts val="0"/>
                        </a:spcAft>
                        <a:buNone/>
                      </a:pPr>
                      <a:r>
                        <a:rPr lang="en" sz="1000" b="1"/>
                        <a:t>Quantum Long Short-Term Memory [6]</a:t>
                      </a:r>
                      <a:endParaRPr sz="1000" b="1"/>
                    </a:p>
                    <a:p>
                      <a:pPr marL="0" lvl="0" indent="0" algn="ctr" rtl="0">
                        <a:spcBef>
                          <a:spcPts val="0"/>
                        </a:spcBef>
                        <a:spcAft>
                          <a:spcPts val="0"/>
                        </a:spcAft>
                        <a:buNone/>
                      </a:pPr>
                      <a:endParaRPr sz="1000"/>
                    </a:p>
                    <a:p>
                      <a:pPr marL="0" lvl="0" indent="0" algn="ctr" rtl="0">
                        <a:spcBef>
                          <a:spcPts val="0"/>
                        </a:spcBef>
                        <a:spcAft>
                          <a:spcPts val="0"/>
                        </a:spcAft>
                        <a:buNone/>
                      </a:pPr>
                      <a:r>
                        <a:rPr lang="en" sz="1000"/>
                        <a:t>Samuel Yen-Chi Chen et al. </a:t>
                      </a:r>
                      <a:endParaRPr sz="1000"/>
                    </a:p>
                    <a:p>
                      <a:pPr marL="0" lvl="0" indent="0" algn="ctr" rtl="0">
                        <a:spcBef>
                          <a:spcPts val="0"/>
                        </a:spcBef>
                        <a:spcAft>
                          <a:spcPts val="0"/>
                        </a:spcAft>
                        <a:buNone/>
                      </a:pPr>
                      <a:r>
                        <a:rPr lang="en" sz="1000"/>
                        <a:t>(2020)</a:t>
                      </a:r>
                      <a:endParaRPr sz="1000" b="1"/>
                    </a:p>
                  </a:txBody>
                  <a:tcPr marL="91425" marR="91425" marT="91425" marB="91425"/>
                </a:tc>
                <a:tc>
                  <a:txBody>
                    <a:bodyPr/>
                    <a:lstStyle/>
                    <a:p>
                      <a:pPr marL="0" lvl="0" indent="0" algn="ctr" rtl="0">
                        <a:spcBef>
                          <a:spcPts val="0"/>
                        </a:spcBef>
                        <a:spcAft>
                          <a:spcPts val="0"/>
                        </a:spcAft>
                        <a:buNone/>
                      </a:pPr>
                      <a:endParaRPr sz="1000"/>
                    </a:p>
                    <a:p>
                      <a:pPr marL="0" lvl="0" indent="0" algn="ctr" rtl="0">
                        <a:spcBef>
                          <a:spcPts val="0"/>
                        </a:spcBef>
                        <a:spcAft>
                          <a:spcPts val="0"/>
                        </a:spcAft>
                        <a:buNone/>
                      </a:pPr>
                      <a:r>
                        <a:rPr lang="en" sz="1000"/>
                        <a:t>Proposed a novel hybrid Quantum Long Short-Term Memory (QLSTM) model where the classical neural networks that form the gates of an LSTM cell are replaced by trainable Variational Quantum Circuits (VQCs).</a:t>
                      </a:r>
                      <a:endParaRPr/>
                    </a:p>
                  </a:txBody>
                  <a:tcPr marL="91425" marR="91425" marT="91425" marB="91425"/>
                </a:tc>
                <a:tc>
                  <a:txBody>
                    <a:bodyPr/>
                    <a:lstStyle/>
                    <a:p>
                      <a:pPr marL="0" lvl="0" indent="0" algn="ctr" rtl="0">
                        <a:spcBef>
                          <a:spcPts val="0"/>
                        </a:spcBef>
                        <a:spcAft>
                          <a:spcPts val="0"/>
                        </a:spcAft>
                        <a:buNone/>
                      </a:pPr>
                      <a:endParaRPr sz="1000"/>
                    </a:p>
                    <a:p>
                      <a:pPr marL="0" lvl="0" indent="0" algn="ctr" rtl="0">
                        <a:spcBef>
                          <a:spcPts val="0"/>
                        </a:spcBef>
                        <a:spcAft>
                          <a:spcPts val="0"/>
                        </a:spcAft>
                        <a:buNone/>
                      </a:pPr>
                      <a:r>
                        <a:rPr lang="en" sz="1000"/>
                        <a:t>Simulations showed the QLSTM can offer faster, more stable convergence and improved accuracy over classical LSTMs with a comparable number of parameters.</a:t>
                      </a:r>
                      <a:endParaRPr/>
                    </a:p>
                  </a:txBody>
                  <a:tcPr marL="91425" marR="91425" marT="91425" marB="91425"/>
                </a:tc>
                <a:extLst>
                  <a:ext uri="{0D108BD9-81ED-4DB2-BD59-A6C34878D82A}">
                    <a16:rowId xmlns:a16="http://schemas.microsoft.com/office/drawing/2014/main" val="10002"/>
                  </a:ext>
                </a:extLst>
              </a:tr>
            </a:tbl>
          </a:graphicData>
        </a:graphic>
      </p:graphicFrame>
      <p:sp>
        <p:nvSpPr>
          <p:cNvPr id="413" name="Google Shape;413;p4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000"/>
              <a:t>11</a:t>
            </a:fld>
            <a:endParaRPr sz="1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41"/>
          <p:cNvSpPr txBox="1">
            <a:spLocks noGrp="1"/>
          </p:cNvSpPr>
          <p:nvPr>
            <p:ph type="title"/>
          </p:nvPr>
        </p:nvSpPr>
        <p:spPr>
          <a:xfrm>
            <a:off x="697825" y="527175"/>
            <a:ext cx="5067600" cy="508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en" sz="2600"/>
              <a:t>Literature Survey</a:t>
            </a:r>
            <a:endParaRPr sz="2600"/>
          </a:p>
        </p:txBody>
      </p:sp>
      <p:sp>
        <p:nvSpPr>
          <p:cNvPr id="419" name="Google Shape;419;p41"/>
          <p:cNvSpPr txBox="1"/>
          <p:nvPr/>
        </p:nvSpPr>
        <p:spPr>
          <a:xfrm>
            <a:off x="784500" y="1114350"/>
            <a:ext cx="7575000" cy="34836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endParaRPr>
              <a:solidFill>
                <a:schemeClr val="dk1"/>
              </a:solidFill>
              <a:latin typeface="Hanken Grotesk"/>
              <a:ea typeface="Hanken Grotesk"/>
              <a:cs typeface="Hanken Grotesk"/>
              <a:sym typeface="Hanken Grotesk"/>
            </a:endParaRPr>
          </a:p>
          <a:p>
            <a:pPr marL="45720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graphicFrame>
        <p:nvGraphicFramePr>
          <p:cNvPr id="420" name="Google Shape;420;p41"/>
          <p:cNvGraphicFramePr/>
          <p:nvPr/>
        </p:nvGraphicFramePr>
        <p:xfrm>
          <a:off x="842063" y="1035963"/>
          <a:ext cx="7459875" cy="3483600"/>
        </p:xfrm>
        <a:graphic>
          <a:graphicData uri="http://schemas.openxmlformats.org/drawingml/2006/table">
            <a:tbl>
              <a:tblPr>
                <a:noFill/>
                <a:tableStyleId>{1E6FC7FD-9D2E-4833-B8CB-813D9EE70BAE}</a:tableStyleId>
              </a:tblPr>
              <a:tblGrid>
                <a:gridCol w="2486625">
                  <a:extLst>
                    <a:ext uri="{9D8B030D-6E8A-4147-A177-3AD203B41FA5}">
                      <a16:colId xmlns:a16="http://schemas.microsoft.com/office/drawing/2014/main" val="20000"/>
                    </a:ext>
                  </a:extLst>
                </a:gridCol>
                <a:gridCol w="2486625">
                  <a:extLst>
                    <a:ext uri="{9D8B030D-6E8A-4147-A177-3AD203B41FA5}">
                      <a16:colId xmlns:a16="http://schemas.microsoft.com/office/drawing/2014/main" val="20001"/>
                    </a:ext>
                  </a:extLst>
                </a:gridCol>
                <a:gridCol w="2486625">
                  <a:extLst>
                    <a:ext uri="{9D8B030D-6E8A-4147-A177-3AD203B41FA5}">
                      <a16:colId xmlns:a16="http://schemas.microsoft.com/office/drawing/2014/main" val="20002"/>
                    </a:ext>
                  </a:extLst>
                </a:gridCol>
              </a:tblGrid>
              <a:tr h="518300">
                <a:tc>
                  <a:txBody>
                    <a:bodyPr/>
                    <a:lstStyle/>
                    <a:p>
                      <a:pPr marL="0" lvl="0" indent="0" algn="ctr" rtl="0">
                        <a:spcBef>
                          <a:spcPts val="0"/>
                        </a:spcBef>
                        <a:spcAft>
                          <a:spcPts val="0"/>
                        </a:spcAft>
                        <a:buNone/>
                      </a:pPr>
                      <a:r>
                        <a:rPr lang="en" sz="1200" b="1">
                          <a:solidFill>
                            <a:schemeClr val="dk1"/>
                          </a:solidFill>
                          <a:latin typeface="Hanken Grotesk"/>
                          <a:ea typeface="Hanken Grotesk"/>
                          <a:cs typeface="Hanken Grotesk"/>
                          <a:sym typeface="Hanken Grotesk"/>
                        </a:rPr>
                        <a:t>Title and Authors</a:t>
                      </a:r>
                      <a:endParaRPr sz="1200" b="1"/>
                    </a:p>
                  </a:txBody>
                  <a:tcPr marL="91425" marR="91425" marT="91425" marB="91425">
                    <a:solidFill>
                      <a:srgbClr val="CFD7FD"/>
                    </a:solidFill>
                  </a:tcPr>
                </a:tc>
                <a:tc>
                  <a:txBody>
                    <a:bodyPr/>
                    <a:lstStyle/>
                    <a:p>
                      <a:pPr marL="0" lvl="0" indent="0" algn="ctr" rtl="0">
                        <a:spcBef>
                          <a:spcPts val="0"/>
                        </a:spcBef>
                        <a:spcAft>
                          <a:spcPts val="0"/>
                        </a:spcAft>
                        <a:buNone/>
                      </a:pPr>
                      <a:r>
                        <a:rPr lang="en" sz="1200" b="1">
                          <a:solidFill>
                            <a:schemeClr val="dk1"/>
                          </a:solidFill>
                          <a:latin typeface="Hanken Grotesk"/>
                          <a:ea typeface="Hanken Grotesk"/>
                          <a:cs typeface="Hanken Grotesk"/>
                          <a:sym typeface="Hanken Grotesk"/>
                        </a:rPr>
                        <a:t>Contributions</a:t>
                      </a:r>
                      <a:endParaRPr sz="1200" b="1"/>
                    </a:p>
                  </a:txBody>
                  <a:tcPr marL="91425" marR="91425" marT="91425" marB="91425">
                    <a:solidFill>
                      <a:srgbClr val="CFD7FD"/>
                    </a:solidFill>
                  </a:tcPr>
                </a:tc>
                <a:tc>
                  <a:txBody>
                    <a:bodyPr/>
                    <a:lstStyle/>
                    <a:p>
                      <a:pPr marL="0" lvl="0" indent="0" algn="ctr" rtl="0">
                        <a:spcBef>
                          <a:spcPts val="0"/>
                        </a:spcBef>
                        <a:spcAft>
                          <a:spcPts val="0"/>
                        </a:spcAft>
                        <a:buNone/>
                      </a:pPr>
                      <a:r>
                        <a:rPr lang="en" sz="1200" b="1">
                          <a:solidFill>
                            <a:schemeClr val="dk1"/>
                          </a:solidFill>
                          <a:latin typeface="Hanken Grotesk"/>
                          <a:ea typeface="Hanken Grotesk"/>
                          <a:cs typeface="Hanken Grotesk"/>
                          <a:sym typeface="Hanken Grotesk"/>
                        </a:rPr>
                        <a:t>Inferences</a:t>
                      </a:r>
                      <a:endParaRPr sz="1200" b="1"/>
                    </a:p>
                  </a:txBody>
                  <a:tcPr marL="91425" marR="91425" marT="91425" marB="91425">
                    <a:solidFill>
                      <a:srgbClr val="CFD7FD"/>
                    </a:solidFill>
                  </a:tcPr>
                </a:tc>
                <a:extLst>
                  <a:ext uri="{0D108BD9-81ED-4DB2-BD59-A6C34878D82A}">
                    <a16:rowId xmlns:a16="http://schemas.microsoft.com/office/drawing/2014/main" val="10000"/>
                  </a:ext>
                </a:extLst>
              </a:tr>
              <a:tr h="1511825">
                <a:tc>
                  <a:txBody>
                    <a:bodyPr/>
                    <a:lstStyle/>
                    <a:p>
                      <a:pPr marL="0" lvl="0" indent="0" algn="ctr" rtl="0">
                        <a:spcBef>
                          <a:spcPts val="0"/>
                        </a:spcBef>
                        <a:spcAft>
                          <a:spcPts val="0"/>
                        </a:spcAft>
                        <a:buNone/>
                      </a:pPr>
                      <a:endParaRPr sz="1000" b="1"/>
                    </a:p>
                    <a:p>
                      <a:pPr marL="0" lvl="0" indent="0" algn="ctr" rtl="0">
                        <a:spcBef>
                          <a:spcPts val="0"/>
                        </a:spcBef>
                        <a:spcAft>
                          <a:spcPts val="0"/>
                        </a:spcAft>
                        <a:buNone/>
                      </a:pPr>
                      <a:r>
                        <a:rPr lang="en" sz="1000" b="1"/>
                        <a:t>Learning temporal data with variational quantum recurrent neural network [7]</a:t>
                      </a:r>
                      <a:endParaRPr sz="1000" b="1"/>
                    </a:p>
                    <a:p>
                      <a:pPr marL="0" lvl="0" indent="0" algn="ctr" rtl="0">
                        <a:spcBef>
                          <a:spcPts val="0"/>
                        </a:spcBef>
                        <a:spcAft>
                          <a:spcPts val="0"/>
                        </a:spcAft>
                        <a:buNone/>
                      </a:pPr>
                      <a:endParaRPr sz="1000" b="1"/>
                    </a:p>
                    <a:p>
                      <a:pPr marL="0" lvl="0" indent="0" algn="ctr" rtl="0">
                        <a:spcBef>
                          <a:spcPts val="0"/>
                        </a:spcBef>
                        <a:spcAft>
                          <a:spcPts val="0"/>
                        </a:spcAft>
                        <a:buNone/>
                      </a:pPr>
                      <a:r>
                        <a:rPr lang="en" sz="1000"/>
                        <a:t>Yuto Takaki et al. </a:t>
                      </a:r>
                      <a:endParaRPr sz="1000"/>
                    </a:p>
                    <a:p>
                      <a:pPr marL="0" lvl="0" indent="0" algn="ctr" rtl="0">
                        <a:spcBef>
                          <a:spcPts val="0"/>
                        </a:spcBef>
                        <a:spcAft>
                          <a:spcPts val="0"/>
                        </a:spcAft>
                        <a:buNone/>
                      </a:pPr>
                      <a:r>
                        <a:rPr lang="en" sz="1000"/>
                        <a:t>(2020)</a:t>
                      </a:r>
                      <a:endParaRPr sz="1000" b="1"/>
                    </a:p>
                  </a:txBody>
                  <a:tcPr marL="91425" marR="91425" marT="91425" marB="91425"/>
                </a:tc>
                <a:tc>
                  <a:txBody>
                    <a:bodyPr/>
                    <a:lstStyle/>
                    <a:p>
                      <a:pPr marL="0" lvl="0" indent="0" algn="ctr" rtl="0">
                        <a:spcBef>
                          <a:spcPts val="0"/>
                        </a:spcBef>
                        <a:spcAft>
                          <a:spcPts val="0"/>
                        </a:spcAft>
                        <a:buNone/>
                      </a:pPr>
                      <a:endParaRPr sz="1000"/>
                    </a:p>
                    <a:p>
                      <a:pPr marL="0" lvl="0" indent="0" algn="ctr" rtl="0">
                        <a:spcBef>
                          <a:spcPts val="0"/>
                        </a:spcBef>
                        <a:spcAft>
                          <a:spcPts val="0"/>
                        </a:spcAft>
                        <a:buNone/>
                      </a:pPr>
                      <a:r>
                        <a:rPr lang="en" sz="1000"/>
                        <a:t>Proposed a QRNN architecture using a circuit that separates "memory" qubits, which are never measured, from "working" qubits used for input/output at each step.</a:t>
                      </a:r>
                      <a:endParaRPr sz="1000"/>
                    </a:p>
                  </a:txBody>
                  <a:tcPr marL="91425" marR="91425" marT="91425" marB="91425"/>
                </a:tc>
                <a:tc>
                  <a:txBody>
                    <a:bodyPr/>
                    <a:lstStyle/>
                    <a:p>
                      <a:pPr marL="0" lvl="0" indent="0" algn="ctr" rtl="0">
                        <a:spcBef>
                          <a:spcPts val="0"/>
                        </a:spcBef>
                        <a:spcAft>
                          <a:spcPts val="0"/>
                        </a:spcAft>
                        <a:buNone/>
                      </a:pPr>
                      <a:endParaRPr sz="1000"/>
                    </a:p>
                    <a:p>
                      <a:pPr marL="0" lvl="0" indent="0" algn="ctr" rtl="0">
                        <a:spcBef>
                          <a:spcPts val="0"/>
                        </a:spcBef>
                        <a:spcAft>
                          <a:spcPts val="0"/>
                        </a:spcAft>
                        <a:buNone/>
                      </a:pPr>
                      <a:r>
                        <a:rPr lang="en" sz="1000"/>
                        <a:t>Demonstrated the model's ability to predict temporal data like waveforms and quantum dynamics, and found its accuracy depends on an optimal level of qubit interaction.</a:t>
                      </a:r>
                      <a:endParaRPr/>
                    </a:p>
                  </a:txBody>
                  <a:tcPr marL="91425" marR="91425" marT="91425" marB="91425"/>
                </a:tc>
                <a:extLst>
                  <a:ext uri="{0D108BD9-81ED-4DB2-BD59-A6C34878D82A}">
                    <a16:rowId xmlns:a16="http://schemas.microsoft.com/office/drawing/2014/main" val="10001"/>
                  </a:ext>
                </a:extLst>
              </a:tr>
              <a:tr h="1453475">
                <a:tc>
                  <a:txBody>
                    <a:bodyPr/>
                    <a:lstStyle/>
                    <a:p>
                      <a:pPr marL="0" lvl="0" indent="0" algn="ctr" rtl="0">
                        <a:spcBef>
                          <a:spcPts val="0"/>
                        </a:spcBef>
                        <a:spcAft>
                          <a:spcPts val="0"/>
                        </a:spcAft>
                        <a:buNone/>
                      </a:pPr>
                      <a:endParaRPr sz="1000" b="1"/>
                    </a:p>
                    <a:p>
                      <a:pPr marL="0" lvl="0" indent="0" algn="ctr" rtl="0">
                        <a:spcBef>
                          <a:spcPts val="0"/>
                        </a:spcBef>
                        <a:spcAft>
                          <a:spcPts val="0"/>
                        </a:spcAft>
                        <a:buNone/>
                      </a:pPr>
                      <a:r>
                        <a:rPr lang="en" sz="1000" b="1"/>
                        <a:t>Quantum Recurrent Neural Networks for Sequential Learning [8]</a:t>
                      </a:r>
                      <a:endParaRPr sz="1000" b="1"/>
                    </a:p>
                    <a:p>
                      <a:pPr marL="0" lvl="0" indent="0" algn="ctr" rtl="0">
                        <a:spcBef>
                          <a:spcPts val="0"/>
                        </a:spcBef>
                        <a:spcAft>
                          <a:spcPts val="0"/>
                        </a:spcAft>
                        <a:buNone/>
                      </a:pPr>
                      <a:endParaRPr sz="1000" b="1"/>
                    </a:p>
                    <a:p>
                      <a:pPr marL="0" lvl="0" indent="0" algn="ctr" rtl="0">
                        <a:spcBef>
                          <a:spcPts val="0"/>
                        </a:spcBef>
                        <a:spcAft>
                          <a:spcPts val="0"/>
                        </a:spcAft>
                        <a:buNone/>
                      </a:pPr>
                      <a:r>
                        <a:rPr lang="en" sz="1000"/>
                        <a:t>Yanan Li et al</a:t>
                      </a:r>
                      <a:endParaRPr sz="1000"/>
                    </a:p>
                    <a:p>
                      <a:pPr marL="0" lvl="0" indent="0" algn="ctr" rtl="0">
                        <a:spcBef>
                          <a:spcPts val="0"/>
                        </a:spcBef>
                        <a:spcAft>
                          <a:spcPts val="0"/>
                        </a:spcAft>
                        <a:buNone/>
                      </a:pPr>
                      <a:r>
                        <a:rPr lang="en" sz="1000"/>
                        <a:t>(2023)</a:t>
                      </a:r>
                      <a:endParaRPr sz="1000" b="1"/>
                    </a:p>
                  </a:txBody>
                  <a:tcPr marL="91425" marR="91425" marT="91425" marB="91425"/>
                </a:tc>
                <a:tc>
                  <a:txBody>
                    <a:bodyPr/>
                    <a:lstStyle/>
                    <a:p>
                      <a:pPr marL="0" lvl="0" indent="0" algn="ctr" rtl="0">
                        <a:spcBef>
                          <a:spcPts val="0"/>
                        </a:spcBef>
                        <a:spcAft>
                          <a:spcPts val="0"/>
                        </a:spcAft>
                        <a:buNone/>
                      </a:pPr>
                      <a:endParaRPr sz="1000"/>
                    </a:p>
                    <a:p>
                      <a:pPr marL="0" lvl="0" indent="0" algn="ctr" rtl="0">
                        <a:spcBef>
                          <a:spcPts val="0"/>
                        </a:spcBef>
                        <a:spcAft>
                          <a:spcPts val="0"/>
                        </a:spcAft>
                        <a:buNone/>
                      </a:pPr>
                      <a:r>
                        <a:rPr lang="en" sz="1000"/>
                        <a:t>Designed hardware-efficient QRNN using Quantum Recurrent Blocks and staggered stacking to reduce coherence time, achieving higher accuracy on sequential tasks.</a:t>
                      </a:r>
                      <a:endParaRPr/>
                    </a:p>
                  </a:txBody>
                  <a:tcPr marL="91425" marR="91425" marT="91425" marB="91425"/>
                </a:tc>
                <a:tc>
                  <a:txBody>
                    <a:bodyPr/>
                    <a:lstStyle/>
                    <a:p>
                      <a:pPr marL="0" lvl="0" indent="0" algn="ctr" rtl="0">
                        <a:spcBef>
                          <a:spcPts val="0"/>
                        </a:spcBef>
                        <a:spcAft>
                          <a:spcPts val="0"/>
                        </a:spcAft>
                        <a:buNone/>
                      </a:pPr>
                      <a:endParaRPr sz="1000"/>
                    </a:p>
                    <a:p>
                      <a:pPr marL="0" lvl="0" indent="0" algn="ctr" rtl="0">
                        <a:spcBef>
                          <a:spcPts val="0"/>
                        </a:spcBef>
                        <a:spcAft>
                          <a:spcPts val="0"/>
                        </a:spcAft>
                        <a:buNone/>
                      </a:pPr>
                      <a:r>
                        <a:rPr lang="en" sz="1000"/>
                        <a:t>Establishes a canonical, NISQ-feasible QRNN and validates its superiority for temporal data learning.</a:t>
                      </a:r>
                      <a:endParaRPr/>
                    </a:p>
                  </a:txBody>
                  <a:tcPr marL="91425" marR="91425" marT="91425" marB="91425"/>
                </a:tc>
                <a:extLst>
                  <a:ext uri="{0D108BD9-81ED-4DB2-BD59-A6C34878D82A}">
                    <a16:rowId xmlns:a16="http://schemas.microsoft.com/office/drawing/2014/main" val="10002"/>
                  </a:ext>
                </a:extLst>
              </a:tr>
            </a:tbl>
          </a:graphicData>
        </a:graphic>
      </p:graphicFrame>
      <p:sp>
        <p:nvSpPr>
          <p:cNvPr id="421" name="Google Shape;421;p4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000"/>
              <a:t>12</a:t>
            </a:fld>
            <a:endParaRPr sz="1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42"/>
          <p:cNvSpPr txBox="1">
            <a:spLocks noGrp="1"/>
          </p:cNvSpPr>
          <p:nvPr>
            <p:ph type="title"/>
          </p:nvPr>
        </p:nvSpPr>
        <p:spPr>
          <a:xfrm>
            <a:off x="697825" y="527175"/>
            <a:ext cx="5067600" cy="508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en" sz="2600"/>
              <a:t>Literature Survey</a:t>
            </a:r>
            <a:endParaRPr sz="2600"/>
          </a:p>
        </p:txBody>
      </p:sp>
      <p:sp>
        <p:nvSpPr>
          <p:cNvPr id="427" name="Google Shape;427;p42"/>
          <p:cNvSpPr txBox="1"/>
          <p:nvPr/>
        </p:nvSpPr>
        <p:spPr>
          <a:xfrm>
            <a:off x="784500" y="1114350"/>
            <a:ext cx="7575000" cy="34836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endParaRPr>
              <a:solidFill>
                <a:schemeClr val="dk1"/>
              </a:solidFill>
              <a:latin typeface="Hanken Grotesk"/>
              <a:ea typeface="Hanken Grotesk"/>
              <a:cs typeface="Hanken Grotesk"/>
              <a:sym typeface="Hanken Grotesk"/>
            </a:endParaRPr>
          </a:p>
          <a:p>
            <a:pPr marL="45720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graphicFrame>
        <p:nvGraphicFramePr>
          <p:cNvPr id="428" name="Google Shape;428;p42"/>
          <p:cNvGraphicFramePr/>
          <p:nvPr/>
        </p:nvGraphicFramePr>
        <p:xfrm>
          <a:off x="842050" y="1246388"/>
          <a:ext cx="7459875" cy="2030125"/>
        </p:xfrm>
        <a:graphic>
          <a:graphicData uri="http://schemas.openxmlformats.org/drawingml/2006/table">
            <a:tbl>
              <a:tblPr>
                <a:noFill/>
                <a:tableStyleId>{1E6FC7FD-9D2E-4833-B8CB-813D9EE70BAE}</a:tableStyleId>
              </a:tblPr>
              <a:tblGrid>
                <a:gridCol w="2486625">
                  <a:extLst>
                    <a:ext uri="{9D8B030D-6E8A-4147-A177-3AD203B41FA5}">
                      <a16:colId xmlns:a16="http://schemas.microsoft.com/office/drawing/2014/main" val="20000"/>
                    </a:ext>
                  </a:extLst>
                </a:gridCol>
                <a:gridCol w="2486625">
                  <a:extLst>
                    <a:ext uri="{9D8B030D-6E8A-4147-A177-3AD203B41FA5}">
                      <a16:colId xmlns:a16="http://schemas.microsoft.com/office/drawing/2014/main" val="20001"/>
                    </a:ext>
                  </a:extLst>
                </a:gridCol>
                <a:gridCol w="2486625">
                  <a:extLst>
                    <a:ext uri="{9D8B030D-6E8A-4147-A177-3AD203B41FA5}">
                      <a16:colId xmlns:a16="http://schemas.microsoft.com/office/drawing/2014/main" val="20002"/>
                    </a:ext>
                  </a:extLst>
                </a:gridCol>
              </a:tblGrid>
              <a:tr h="518300">
                <a:tc>
                  <a:txBody>
                    <a:bodyPr/>
                    <a:lstStyle/>
                    <a:p>
                      <a:pPr marL="0" lvl="0" indent="0" algn="ctr" rtl="0">
                        <a:spcBef>
                          <a:spcPts val="0"/>
                        </a:spcBef>
                        <a:spcAft>
                          <a:spcPts val="0"/>
                        </a:spcAft>
                        <a:buNone/>
                      </a:pPr>
                      <a:r>
                        <a:rPr lang="en" sz="1200" b="1">
                          <a:solidFill>
                            <a:schemeClr val="dk1"/>
                          </a:solidFill>
                          <a:latin typeface="Hanken Grotesk"/>
                          <a:ea typeface="Hanken Grotesk"/>
                          <a:cs typeface="Hanken Grotesk"/>
                          <a:sym typeface="Hanken Grotesk"/>
                        </a:rPr>
                        <a:t>Title and Authors</a:t>
                      </a:r>
                      <a:endParaRPr sz="1200" b="1"/>
                    </a:p>
                  </a:txBody>
                  <a:tcPr marL="91425" marR="91425" marT="91425" marB="91425">
                    <a:solidFill>
                      <a:srgbClr val="CFD7FD"/>
                    </a:solidFill>
                  </a:tcPr>
                </a:tc>
                <a:tc>
                  <a:txBody>
                    <a:bodyPr/>
                    <a:lstStyle/>
                    <a:p>
                      <a:pPr marL="0" lvl="0" indent="0" algn="ctr" rtl="0">
                        <a:spcBef>
                          <a:spcPts val="0"/>
                        </a:spcBef>
                        <a:spcAft>
                          <a:spcPts val="0"/>
                        </a:spcAft>
                        <a:buNone/>
                      </a:pPr>
                      <a:r>
                        <a:rPr lang="en" sz="1200" b="1">
                          <a:solidFill>
                            <a:schemeClr val="dk1"/>
                          </a:solidFill>
                          <a:latin typeface="Hanken Grotesk"/>
                          <a:ea typeface="Hanken Grotesk"/>
                          <a:cs typeface="Hanken Grotesk"/>
                          <a:sym typeface="Hanken Grotesk"/>
                        </a:rPr>
                        <a:t>Contributions</a:t>
                      </a:r>
                      <a:endParaRPr sz="1200" b="1"/>
                    </a:p>
                  </a:txBody>
                  <a:tcPr marL="91425" marR="91425" marT="91425" marB="91425">
                    <a:solidFill>
                      <a:srgbClr val="CFD7FD"/>
                    </a:solidFill>
                  </a:tcPr>
                </a:tc>
                <a:tc>
                  <a:txBody>
                    <a:bodyPr/>
                    <a:lstStyle/>
                    <a:p>
                      <a:pPr marL="0" lvl="0" indent="0" algn="ctr" rtl="0">
                        <a:spcBef>
                          <a:spcPts val="0"/>
                        </a:spcBef>
                        <a:spcAft>
                          <a:spcPts val="0"/>
                        </a:spcAft>
                        <a:buNone/>
                      </a:pPr>
                      <a:r>
                        <a:rPr lang="en" sz="1200" b="1">
                          <a:solidFill>
                            <a:schemeClr val="dk1"/>
                          </a:solidFill>
                          <a:latin typeface="Hanken Grotesk"/>
                          <a:ea typeface="Hanken Grotesk"/>
                          <a:cs typeface="Hanken Grotesk"/>
                          <a:sym typeface="Hanken Grotesk"/>
                        </a:rPr>
                        <a:t>Inferences</a:t>
                      </a:r>
                      <a:endParaRPr sz="1200" b="1"/>
                    </a:p>
                  </a:txBody>
                  <a:tcPr marL="91425" marR="91425" marT="91425" marB="91425">
                    <a:solidFill>
                      <a:srgbClr val="CFD7FD"/>
                    </a:solidFill>
                  </a:tcPr>
                </a:tc>
                <a:extLst>
                  <a:ext uri="{0D108BD9-81ED-4DB2-BD59-A6C34878D82A}">
                    <a16:rowId xmlns:a16="http://schemas.microsoft.com/office/drawing/2014/main" val="10000"/>
                  </a:ext>
                </a:extLst>
              </a:tr>
              <a:tr h="1511825">
                <a:tc>
                  <a:txBody>
                    <a:bodyPr/>
                    <a:lstStyle/>
                    <a:p>
                      <a:pPr marL="0" lvl="0" indent="0" algn="ctr" rtl="0">
                        <a:spcBef>
                          <a:spcPts val="0"/>
                        </a:spcBef>
                        <a:spcAft>
                          <a:spcPts val="0"/>
                        </a:spcAft>
                        <a:buNone/>
                      </a:pPr>
                      <a:endParaRPr sz="1000" b="1"/>
                    </a:p>
                    <a:p>
                      <a:pPr marL="0" lvl="0" indent="0" algn="ctr" rtl="0">
                        <a:spcBef>
                          <a:spcPts val="0"/>
                        </a:spcBef>
                        <a:spcAft>
                          <a:spcPts val="0"/>
                        </a:spcAft>
                        <a:buNone/>
                      </a:pPr>
                      <a:r>
                        <a:rPr lang="en" sz="1000" b="1"/>
                        <a:t>Application of Quantum Recurrent Neural Network in Low-Resource Language Text Classification [9]</a:t>
                      </a:r>
                      <a:endParaRPr sz="1000" b="1"/>
                    </a:p>
                    <a:p>
                      <a:pPr marL="0" lvl="0" indent="0" algn="ctr" rtl="0">
                        <a:spcBef>
                          <a:spcPts val="0"/>
                        </a:spcBef>
                        <a:spcAft>
                          <a:spcPts val="0"/>
                        </a:spcAft>
                        <a:buNone/>
                      </a:pPr>
                      <a:endParaRPr sz="1000" b="1"/>
                    </a:p>
                    <a:p>
                      <a:pPr marL="0" lvl="0" indent="0" algn="ctr" rtl="0">
                        <a:spcBef>
                          <a:spcPts val="0"/>
                        </a:spcBef>
                        <a:spcAft>
                          <a:spcPts val="0"/>
                        </a:spcAft>
                        <a:buNone/>
                      </a:pPr>
                      <a:r>
                        <a:rPr lang="en" sz="1000"/>
                        <a:t>Wenbin Yu et al</a:t>
                      </a:r>
                      <a:endParaRPr sz="1000"/>
                    </a:p>
                    <a:p>
                      <a:pPr marL="0" lvl="0" indent="0" algn="ctr" rtl="0">
                        <a:spcBef>
                          <a:spcPts val="0"/>
                        </a:spcBef>
                        <a:spcAft>
                          <a:spcPts val="0"/>
                        </a:spcAft>
                        <a:buNone/>
                      </a:pPr>
                      <a:r>
                        <a:rPr lang="en" sz="1000"/>
                        <a:t>(2024)</a:t>
                      </a:r>
                      <a:endParaRPr sz="1000" b="1"/>
                    </a:p>
                  </a:txBody>
                  <a:tcPr marL="91425" marR="91425" marT="91425" marB="91425"/>
                </a:tc>
                <a:tc>
                  <a:txBody>
                    <a:bodyPr/>
                    <a:lstStyle/>
                    <a:p>
                      <a:pPr marL="0" lvl="0" indent="0" algn="ctr" rtl="0">
                        <a:spcBef>
                          <a:spcPts val="0"/>
                        </a:spcBef>
                        <a:spcAft>
                          <a:spcPts val="0"/>
                        </a:spcAft>
                        <a:buNone/>
                      </a:pPr>
                      <a:endParaRPr sz="1000"/>
                    </a:p>
                    <a:p>
                      <a:pPr marL="0" lvl="0" indent="0" algn="ctr" rtl="0">
                        <a:spcBef>
                          <a:spcPts val="0"/>
                        </a:spcBef>
                        <a:spcAft>
                          <a:spcPts val="0"/>
                        </a:spcAft>
                        <a:buNone/>
                      </a:pPr>
                      <a:r>
                        <a:rPr lang="en" sz="1000"/>
                        <a:t>Proposed BUQRNN and PN-BUQRNN combining mBERT embeddings with VQCs, improving Bengali text classification accuracy and reducing complexity.</a:t>
                      </a:r>
                      <a:endParaRPr sz="1000"/>
                    </a:p>
                  </a:txBody>
                  <a:tcPr marL="91425" marR="91425" marT="91425" marB="91425"/>
                </a:tc>
                <a:tc>
                  <a:txBody>
                    <a:bodyPr/>
                    <a:lstStyle/>
                    <a:p>
                      <a:pPr marL="0" lvl="0" indent="0" algn="ctr" rtl="0">
                        <a:spcBef>
                          <a:spcPts val="0"/>
                        </a:spcBef>
                        <a:spcAft>
                          <a:spcPts val="0"/>
                        </a:spcAft>
                        <a:buNone/>
                      </a:pPr>
                      <a:endParaRPr sz="1000"/>
                    </a:p>
                    <a:p>
                      <a:pPr marL="0" lvl="0" indent="0" algn="ctr" rtl="0">
                        <a:spcBef>
                          <a:spcPts val="0"/>
                        </a:spcBef>
                        <a:spcAft>
                          <a:spcPts val="0"/>
                        </a:spcAft>
                        <a:buNone/>
                      </a:pPr>
                      <a:r>
                        <a:rPr lang="en" sz="1000"/>
                        <a:t>Highlights quantum recurrence for sequential NLP and shows batch-upload encoding minimizes semantic loss under limited qubits.</a:t>
                      </a:r>
                      <a:endParaRPr/>
                    </a:p>
                  </a:txBody>
                  <a:tcPr marL="91425" marR="91425" marT="91425" marB="91425"/>
                </a:tc>
                <a:extLst>
                  <a:ext uri="{0D108BD9-81ED-4DB2-BD59-A6C34878D82A}">
                    <a16:rowId xmlns:a16="http://schemas.microsoft.com/office/drawing/2014/main" val="10001"/>
                  </a:ext>
                </a:extLst>
              </a:tr>
            </a:tbl>
          </a:graphicData>
        </a:graphic>
      </p:graphicFrame>
      <p:sp>
        <p:nvSpPr>
          <p:cNvPr id="429" name="Google Shape;429;p4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000"/>
              <a:t>13</a:t>
            </a:fld>
            <a:endParaRPr sz="1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43"/>
          <p:cNvSpPr txBox="1"/>
          <p:nvPr/>
        </p:nvSpPr>
        <p:spPr>
          <a:xfrm>
            <a:off x="784500" y="1114350"/>
            <a:ext cx="7575000" cy="34836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An absence of rigorous benchmarking against state-of-the-art classical models, such as fine-tuned Transformers, impedes the validation of quantum advantage claims in NLP.</a:t>
            </a:r>
            <a:endParaRPr>
              <a:solidFill>
                <a:schemeClr val="dk1"/>
              </a:solidFill>
              <a:latin typeface="Hanken Grotesk"/>
              <a:ea typeface="Hanken Grotesk"/>
              <a:cs typeface="Hanken Grotesk"/>
              <a:sym typeface="Hanken Grotesk"/>
            </a:endParaRPr>
          </a:p>
          <a:p>
            <a:pPr marL="457200" lvl="0" indent="0" algn="l" rtl="0">
              <a:spcBef>
                <a:spcPts val="0"/>
              </a:spcBef>
              <a:spcAft>
                <a:spcPts val="0"/>
              </a:spcAft>
              <a:buNone/>
            </a:pPr>
            <a:endParaRPr>
              <a:solidFill>
                <a:schemeClr val="dk1"/>
              </a:solidFill>
              <a:latin typeface="Hanken Grotesk"/>
              <a:ea typeface="Hanken Grotesk"/>
              <a:cs typeface="Hanken Grotesk"/>
              <a:sym typeface="Hanken Grotesk"/>
            </a:endParaRPr>
          </a:p>
          <a:p>
            <a:pPr marL="4572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Comparative analysis between emergent quantum architectures, such as QRNNs and Quantum Self-Attention, is lacking, obscuring optimal model selection for specific NLP tasks.</a:t>
            </a:r>
            <a:endParaRPr>
              <a:solidFill>
                <a:schemeClr val="dk1"/>
              </a:solidFill>
              <a:latin typeface="Hanken Grotesk"/>
              <a:ea typeface="Hanken Grotesk"/>
              <a:cs typeface="Hanken Grotesk"/>
              <a:sym typeface="Hanken Grotesk"/>
            </a:endParaRPr>
          </a:p>
          <a:p>
            <a:pPr marL="457200" lvl="0" indent="0" algn="l" rtl="0">
              <a:spcBef>
                <a:spcPts val="0"/>
              </a:spcBef>
              <a:spcAft>
                <a:spcPts val="0"/>
              </a:spcAft>
              <a:buNone/>
            </a:pPr>
            <a:endParaRPr>
              <a:solidFill>
                <a:schemeClr val="dk1"/>
              </a:solidFill>
              <a:latin typeface="Hanken Grotesk"/>
              <a:ea typeface="Hanken Grotesk"/>
              <a:cs typeface="Hanken Grotesk"/>
              <a:sym typeface="Hanken Grotesk"/>
            </a:endParaRPr>
          </a:p>
          <a:p>
            <a:pPr marL="4572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A standardized, optimal strategy for encoding high-dimensional text data into quantum states is absent, creating a critical bottleneck evidenced by the varied approaches in literature.</a:t>
            </a:r>
            <a:endParaRPr>
              <a:solidFill>
                <a:schemeClr val="dk1"/>
              </a:solidFill>
              <a:latin typeface="Hanken Grotesk"/>
              <a:ea typeface="Hanken Grotesk"/>
              <a:cs typeface="Hanken Grotesk"/>
              <a:sym typeface="Hanken Grotesk"/>
            </a:endParaRPr>
          </a:p>
          <a:p>
            <a:pPr marL="457200" lvl="0" indent="0" algn="l" rtl="0">
              <a:spcBef>
                <a:spcPts val="0"/>
              </a:spcBef>
              <a:spcAft>
                <a:spcPts val="0"/>
              </a:spcAft>
              <a:buNone/>
            </a:pPr>
            <a:endParaRPr>
              <a:solidFill>
                <a:schemeClr val="dk1"/>
              </a:solidFill>
              <a:latin typeface="Hanken Grotesk"/>
              <a:ea typeface="Hanken Grotesk"/>
              <a:cs typeface="Hanken Grotesk"/>
              <a:sym typeface="Hanken Grotesk"/>
            </a:endParaRPr>
          </a:p>
          <a:p>
            <a:pPr marL="4572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The correlation between the claimed parameter efficiency of QML models and their task-specific performance remains poorly characterized and inconsistent across studies.</a:t>
            </a:r>
            <a:endParaRPr>
              <a:solidFill>
                <a:schemeClr val="dk1"/>
              </a:solidFill>
              <a:latin typeface="Hanken Grotesk"/>
              <a:ea typeface="Hanken Grotesk"/>
              <a:cs typeface="Hanken Grotesk"/>
              <a:sym typeface="Hanken Grotesk"/>
            </a:endParaRPr>
          </a:p>
          <a:p>
            <a:pPr marL="45720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435" name="Google Shape;435;p43"/>
          <p:cNvSpPr txBox="1">
            <a:spLocks noGrp="1"/>
          </p:cNvSpPr>
          <p:nvPr>
            <p:ph type="title"/>
          </p:nvPr>
        </p:nvSpPr>
        <p:spPr>
          <a:xfrm>
            <a:off x="733300" y="605550"/>
            <a:ext cx="5067600" cy="508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en" sz="2600"/>
              <a:t>Research Gap</a:t>
            </a:r>
            <a:endParaRPr sz="2600"/>
          </a:p>
        </p:txBody>
      </p:sp>
      <p:sp>
        <p:nvSpPr>
          <p:cNvPr id="436" name="Google Shape;436;p4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000"/>
              <a:t>14</a:t>
            </a:fld>
            <a:endParaRPr sz="1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44"/>
          <p:cNvSpPr txBox="1"/>
          <p:nvPr/>
        </p:nvSpPr>
        <p:spPr>
          <a:xfrm>
            <a:off x="784500" y="1114350"/>
            <a:ext cx="7575000" cy="34836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Existing QRNNs are largely general sequential processors, indicating a gap in designing recurrent quantum architectures specifically for complex linguistic features, such as long-range dependencies.</a:t>
            </a:r>
            <a:endParaRPr>
              <a:solidFill>
                <a:schemeClr val="dk1"/>
              </a:solidFill>
              <a:latin typeface="Hanken Grotesk"/>
              <a:ea typeface="Hanken Grotesk"/>
              <a:cs typeface="Hanken Grotesk"/>
              <a:sym typeface="Hanken Grotesk"/>
            </a:endParaRPr>
          </a:p>
          <a:p>
            <a:pPr marL="457200" lvl="0" indent="0" algn="l" rtl="0">
              <a:spcBef>
                <a:spcPts val="0"/>
              </a:spcBef>
              <a:spcAft>
                <a:spcPts val="0"/>
              </a:spcAft>
              <a:buNone/>
            </a:pPr>
            <a:endParaRPr>
              <a:solidFill>
                <a:schemeClr val="dk1"/>
              </a:solidFill>
              <a:latin typeface="Hanken Grotesk"/>
              <a:ea typeface="Hanken Grotesk"/>
              <a:cs typeface="Hanken Grotesk"/>
              <a:sym typeface="Hanken Grotesk"/>
            </a:endParaRPr>
          </a:p>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442" name="Google Shape;442;p44"/>
          <p:cNvSpPr txBox="1">
            <a:spLocks noGrp="1"/>
          </p:cNvSpPr>
          <p:nvPr>
            <p:ph type="title"/>
          </p:nvPr>
        </p:nvSpPr>
        <p:spPr>
          <a:xfrm>
            <a:off x="733300" y="605550"/>
            <a:ext cx="5067600" cy="508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en" sz="2600"/>
              <a:t>Research Gap</a:t>
            </a:r>
            <a:endParaRPr sz="2600"/>
          </a:p>
        </p:txBody>
      </p:sp>
      <p:sp>
        <p:nvSpPr>
          <p:cNvPr id="443" name="Google Shape;443;p4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000"/>
              <a:t>15</a:t>
            </a:fld>
            <a:endParaRPr sz="1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45"/>
          <p:cNvSpPr txBox="1"/>
          <p:nvPr/>
        </p:nvSpPr>
        <p:spPr>
          <a:xfrm>
            <a:off x="784500" y="1114350"/>
            <a:ext cx="7575000" cy="34836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To implement a hybrid Quantum Machine Learning (QML) model for sentiment analysis and evaluate its performance on real-world datasets.</a:t>
            </a:r>
            <a:endParaRPr>
              <a:solidFill>
                <a:schemeClr val="dk1"/>
              </a:solidFill>
              <a:latin typeface="Hanken Grotesk"/>
              <a:ea typeface="Hanken Grotesk"/>
              <a:cs typeface="Hanken Grotesk"/>
              <a:sym typeface="Hanken Grotesk"/>
            </a:endParaRPr>
          </a:p>
          <a:p>
            <a:pPr marL="457200" lvl="0" indent="0" algn="l" rtl="0">
              <a:spcBef>
                <a:spcPts val="0"/>
              </a:spcBef>
              <a:spcAft>
                <a:spcPts val="0"/>
              </a:spcAft>
              <a:buNone/>
            </a:pPr>
            <a:endParaRPr>
              <a:solidFill>
                <a:schemeClr val="dk1"/>
              </a:solidFill>
              <a:latin typeface="Hanken Grotesk"/>
              <a:ea typeface="Hanken Grotesk"/>
              <a:cs typeface="Hanken Grotesk"/>
              <a:sym typeface="Hanken Grotesk"/>
            </a:endParaRPr>
          </a:p>
          <a:p>
            <a:pPr marL="4572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To experiment with various quantum architectures and determine which yields optimal results for sentiment classification.</a:t>
            </a:r>
            <a:endParaRPr>
              <a:solidFill>
                <a:schemeClr val="dk1"/>
              </a:solidFill>
              <a:latin typeface="Hanken Grotesk"/>
              <a:ea typeface="Hanken Grotesk"/>
              <a:cs typeface="Hanken Grotesk"/>
              <a:sym typeface="Hanken Grotesk"/>
            </a:endParaRPr>
          </a:p>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a:p>
            <a:pPr marL="4572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To explore various data encoding strategies within the QML model to potentially enhance model accuracy or efficiency.</a:t>
            </a:r>
            <a:endParaRPr>
              <a:solidFill>
                <a:schemeClr val="dk1"/>
              </a:solidFill>
              <a:latin typeface="Hanken Grotesk"/>
              <a:ea typeface="Hanken Grotesk"/>
              <a:cs typeface="Hanken Grotesk"/>
              <a:sym typeface="Hanken Grotesk"/>
            </a:endParaRPr>
          </a:p>
          <a:p>
            <a:pPr marL="457200" lvl="0" indent="0" algn="l" rtl="0">
              <a:spcBef>
                <a:spcPts val="0"/>
              </a:spcBef>
              <a:spcAft>
                <a:spcPts val="0"/>
              </a:spcAft>
              <a:buNone/>
            </a:pPr>
            <a:endParaRPr>
              <a:solidFill>
                <a:schemeClr val="dk1"/>
              </a:solidFill>
              <a:latin typeface="Hanken Grotesk"/>
              <a:ea typeface="Hanken Grotesk"/>
              <a:cs typeface="Hanken Grotesk"/>
              <a:sym typeface="Hanken Grotesk"/>
            </a:endParaRPr>
          </a:p>
          <a:p>
            <a:pPr marL="4572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To analyze the trade-offs between model performance, parameter efficiency, and the choice of the underlying quantum architecture.</a:t>
            </a:r>
            <a:endParaRPr>
              <a:solidFill>
                <a:schemeClr val="dk1"/>
              </a:solidFill>
              <a:latin typeface="Hanken Grotesk"/>
              <a:ea typeface="Hanken Grotesk"/>
              <a:cs typeface="Hanken Grotesk"/>
              <a:sym typeface="Hanken Grotesk"/>
            </a:endParaRPr>
          </a:p>
          <a:p>
            <a:pPr marL="457200" lvl="0" indent="0" algn="l" rtl="0">
              <a:spcBef>
                <a:spcPts val="0"/>
              </a:spcBef>
              <a:spcAft>
                <a:spcPts val="0"/>
              </a:spcAft>
              <a:buNone/>
            </a:pPr>
            <a:endParaRPr>
              <a:solidFill>
                <a:schemeClr val="dk1"/>
              </a:solidFill>
              <a:latin typeface="Hanken Grotesk"/>
              <a:ea typeface="Hanken Grotesk"/>
              <a:cs typeface="Hanken Grotesk"/>
              <a:sym typeface="Hanken Grotesk"/>
            </a:endParaRPr>
          </a:p>
          <a:p>
            <a:pPr marL="4572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To benchmark the performance of the developed QML model against an existing state-of-the-art classical model to determine its comparative advantages and shortcomings.</a:t>
            </a:r>
            <a:endParaRPr>
              <a:solidFill>
                <a:schemeClr val="dk1"/>
              </a:solidFill>
              <a:latin typeface="Hanken Grotesk"/>
              <a:ea typeface="Hanken Grotesk"/>
              <a:cs typeface="Hanken Grotesk"/>
              <a:sym typeface="Hanken Grotesk"/>
            </a:endParaRPr>
          </a:p>
        </p:txBody>
      </p:sp>
      <p:sp>
        <p:nvSpPr>
          <p:cNvPr id="449" name="Google Shape;449;p45"/>
          <p:cNvSpPr txBox="1">
            <a:spLocks noGrp="1"/>
          </p:cNvSpPr>
          <p:nvPr>
            <p:ph type="title"/>
          </p:nvPr>
        </p:nvSpPr>
        <p:spPr>
          <a:xfrm>
            <a:off x="733300" y="605550"/>
            <a:ext cx="5067600" cy="508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en" sz="2600"/>
              <a:t>Objectives</a:t>
            </a:r>
            <a:endParaRPr sz="2600"/>
          </a:p>
        </p:txBody>
      </p:sp>
      <p:sp>
        <p:nvSpPr>
          <p:cNvPr id="450" name="Google Shape;450;p4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000"/>
              <a:t>16</a:t>
            </a:fld>
            <a:endParaRPr sz="1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46"/>
          <p:cNvSpPr txBox="1"/>
          <p:nvPr/>
        </p:nvSpPr>
        <p:spPr>
          <a:xfrm>
            <a:off x="784500" y="1114350"/>
            <a:ext cx="7575000" cy="37563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Our proposed methodology is a hybrid quantum-classical model designed for sequential text analysis, leveraging a classical layer for data processing and a quantum circuit for the core recurrent computation.</a:t>
            </a:r>
            <a:endParaRPr>
              <a:solidFill>
                <a:schemeClr val="dk1"/>
              </a:solidFill>
              <a:latin typeface="Hanken Grotesk"/>
              <a:ea typeface="Hanken Grotesk"/>
              <a:cs typeface="Hanken Grotesk"/>
              <a:sym typeface="Hanken Grotesk"/>
            </a:endParaRPr>
          </a:p>
          <a:p>
            <a:pPr marL="457200" lvl="0" indent="0" algn="l" rtl="0">
              <a:spcBef>
                <a:spcPts val="0"/>
              </a:spcBef>
              <a:spcAft>
                <a:spcPts val="0"/>
              </a:spcAft>
              <a:buNone/>
            </a:pPr>
            <a:endParaRPr>
              <a:solidFill>
                <a:schemeClr val="dk1"/>
              </a:solidFill>
              <a:latin typeface="Hanken Grotesk"/>
              <a:ea typeface="Hanken Grotesk"/>
              <a:cs typeface="Hanken Grotesk"/>
              <a:sym typeface="Hanken Grotesk"/>
            </a:endParaRPr>
          </a:p>
          <a:p>
            <a:pPr marL="4572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The model's architecture is bifurcated into two primary stages:</a:t>
            </a:r>
            <a:endParaRPr>
              <a:solidFill>
                <a:schemeClr val="dk1"/>
              </a:solidFill>
              <a:latin typeface="Hanken Grotesk"/>
              <a:ea typeface="Hanken Grotesk"/>
              <a:cs typeface="Hanken Grotesk"/>
              <a:sym typeface="Hanken Grotesk"/>
            </a:endParaRPr>
          </a:p>
          <a:p>
            <a:pPr marL="457200" lvl="0" indent="0" algn="l" rtl="0">
              <a:spcBef>
                <a:spcPts val="0"/>
              </a:spcBef>
              <a:spcAft>
                <a:spcPts val="0"/>
              </a:spcAft>
              <a:buNone/>
            </a:pPr>
            <a:endParaRPr>
              <a:solidFill>
                <a:schemeClr val="dk1"/>
              </a:solidFill>
              <a:latin typeface="Hanken Grotesk"/>
              <a:ea typeface="Hanken Grotesk"/>
              <a:cs typeface="Hanken Grotesk"/>
              <a:sym typeface="Hanken Grotesk"/>
            </a:endParaRPr>
          </a:p>
          <a:p>
            <a:pPr marL="914400" lvl="0" indent="-317500" algn="l" rtl="0">
              <a:spcBef>
                <a:spcPts val="0"/>
              </a:spcBef>
              <a:spcAft>
                <a:spcPts val="0"/>
              </a:spcAft>
              <a:buClr>
                <a:schemeClr val="dk1"/>
              </a:buClr>
              <a:buSzPts val="1400"/>
              <a:buFont typeface="Hanken Grotesk"/>
              <a:buChar char="●"/>
            </a:pPr>
            <a:r>
              <a:rPr lang="en" b="1">
                <a:solidFill>
                  <a:schemeClr val="dk1"/>
                </a:solidFill>
                <a:latin typeface="Hanken Grotesk"/>
                <a:ea typeface="Hanken Grotesk"/>
                <a:cs typeface="Hanken Grotesk"/>
                <a:sym typeface="Hanken Grotesk"/>
              </a:rPr>
              <a:t>Classical Processing Layer:</a:t>
            </a:r>
            <a:r>
              <a:rPr lang="en">
                <a:solidFill>
                  <a:schemeClr val="dk1"/>
                </a:solidFill>
                <a:latin typeface="Hanken Grotesk"/>
                <a:ea typeface="Hanken Grotesk"/>
                <a:cs typeface="Hanken Grotesk"/>
                <a:sym typeface="Hanken Grotesk"/>
              </a:rPr>
              <a:t> The classical layers first processes each input token into a high-dimensional dense vector. This vector is then projected onto a lower-dimensional space to create a fixed-size input for the quantum layer. This dimensionality reduction is essential to accommodate the limited number of qubits available for stable computation.</a:t>
            </a:r>
            <a:endParaRPr>
              <a:solidFill>
                <a:schemeClr val="dk1"/>
              </a:solidFill>
              <a:latin typeface="Hanken Grotesk"/>
              <a:ea typeface="Hanken Grotesk"/>
              <a:cs typeface="Hanken Grotesk"/>
              <a:sym typeface="Hanken Grotesk"/>
            </a:endParaRPr>
          </a:p>
        </p:txBody>
      </p:sp>
      <p:sp>
        <p:nvSpPr>
          <p:cNvPr id="456" name="Google Shape;456;p46"/>
          <p:cNvSpPr txBox="1">
            <a:spLocks noGrp="1"/>
          </p:cNvSpPr>
          <p:nvPr>
            <p:ph type="title"/>
          </p:nvPr>
        </p:nvSpPr>
        <p:spPr>
          <a:xfrm>
            <a:off x="717700" y="550975"/>
            <a:ext cx="5067600" cy="508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en" sz="2600"/>
              <a:t>Proposed Methodology</a:t>
            </a:r>
            <a:endParaRPr sz="2600"/>
          </a:p>
        </p:txBody>
      </p:sp>
      <p:sp>
        <p:nvSpPr>
          <p:cNvPr id="457" name="Google Shape;457;p4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000"/>
              <a:t>17</a:t>
            </a:fld>
            <a:endParaRPr sz="1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47"/>
          <p:cNvSpPr txBox="1"/>
          <p:nvPr/>
        </p:nvSpPr>
        <p:spPr>
          <a:xfrm>
            <a:off x="784500" y="1114350"/>
            <a:ext cx="7575000" cy="37563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1"/>
              </a:buClr>
              <a:buSzPts val="1400"/>
              <a:buFont typeface="Hanken Grotesk"/>
              <a:buChar char="●"/>
            </a:pPr>
            <a:r>
              <a:rPr lang="en" b="1">
                <a:solidFill>
                  <a:schemeClr val="dk1"/>
                </a:solidFill>
                <a:latin typeface="Hanken Grotesk"/>
                <a:ea typeface="Hanken Grotesk"/>
                <a:cs typeface="Hanken Grotesk"/>
                <a:sym typeface="Hanken Grotesk"/>
              </a:rPr>
              <a:t>Quantum Recurrent Layer: </a:t>
            </a:r>
            <a:r>
              <a:rPr lang="en">
                <a:solidFill>
                  <a:schemeClr val="dk1"/>
                </a:solidFill>
                <a:latin typeface="Hanken Grotesk"/>
                <a:ea typeface="Hanken Grotesk"/>
                <a:cs typeface="Hanken Grotesk"/>
                <a:sym typeface="Hanken Grotesk"/>
              </a:rPr>
              <a:t>The sequence of classical embedding vectors is then fed into the quantum layer. This layer functions as the recurrent core of the model, processing temporal dependencies within the data. The final classification probabilities are derived from measurements performed on this quantum circuit at the end of the sequence.</a:t>
            </a:r>
            <a:endParaRPr>
              <a:solidFill>
                <a:schemeClr val="dk1"/>
              </a:solidFill>
              <a:latin typeface="Hanken Grotesk"/>
              <a:ea typeface="Hanken Grotesk"/>
              <a:cs typeface="Hanken Grotesk"/>
              <a:sym typeface="Hanken Grotesk"/>
            </a:endParaRPr>
          </a:p>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a:p>
            <a:pPr marL="4572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The quantum layer processes a single input vector at each timestep, mimicking the sequential nature of a classical Recurrent Neural Network. This workflow is composed of the following steps:</a:t>
            </a:r>
            <a:endParaRPr>
              <a:solidFill>
                <a:schemeClr val="dk1"/>
              </a:solidFill>
              <a:latin typeface="Hanken Grotesk"/>
              <a:ea typeface="Hanken Grotesk"/>
              <a:cs typeface="Hanken Grotesk"/>
              <a:sym typeface="Hanken Grotesk"/>
            </a:endParaRPr>
          </a:p>
          <a:p>
            <a:pPr marL="457200" lvl="0" indent="0" algn="l" rtl="0">
              <a:spcBef>
                <a:spcPts val="0"/>
              </a:spcBef>
              <a:spcAft>
                <a:spcPts val="0"/>
              </a:spcAft>
              <a:buNone/>
            </a:pPr>
            <a:endParaRPr>
              <a:solidFill>
                <a:schemeClr val="dk1"/>
              </a:solidFill>
              <a:latin typeface="Hanken Grotesk"/>
              <a:ea typeface="Hanken Grotesk"/>
              <a:cs typeface="Hanken Grotesk"/>
              <a:sym typeface="Hanken Grotesk"/>
            </a:endParaRPr>
          </a:p>
          <a:p>
            <a:pPr marL="914400" lvl="0" indent="-317500" algn="l" rtl="0">
              <a:spcBef>
                <a:spcPts val="0"/>
              </a:spcBef>
              <a:spcAft>
                <a:spcPts val="0"/>
              </a:spcAft>
              <a:buClr>
                <a:schemeClr val="dk1"/>
              </a:buClr>
              <a:buSzPts val="1400"/>
              <a:buFont typeface="Hanken Grotesk"/>
              <a:buChar char="●"/>
            </a:pPr>
            <a:r>
              <a:rPr lang="en" b="1">
                <a:solidFill>
                  <a:schemeClr val="dk1"/>
                </a:solidFill>
                <a:latin typeface="Hanken Grotesk"/>
                <a:ea typeface="Hanken Grotesk"/>
                <a:cs typeface="Hanken Grotesk"/>
                <a:sym typeface="Hanken Grotesk"/>
              </a:rPr>
              <a:t>Input Encoding: </a:t>
            </a:r>
            <a:r>
              <a:rPr lang="en">
                <a:solidFill>
                  <a:schemeClr val="dk1"/>
                </a:solidFill>
                <a:latin typeface="Hanken Grotesk"/>
                <a:ea typeface="Hanken Grotesk"/>
                <a:cs typeface="Hanken Grotesk"/>
                <a:sym typeface="Hanken Grotesk"/>
              </a:rPr>
              <a:t>At each timestep t, the classical feature vector xt is encoded into the initial state of the quantum register. This is accomplished via a parameterized unitary operation, U(xt), which maps the classical information onto the quantum state.</a:t>
            </a:r>
            <a:endParaRPr>
              <a:solidFill>
                <a:schemeClr val="dk1"/>
              </a:solidFill>
              <a:latin typeface="Hanken Grotesk"/>
              <a:ea typeface="Hanken Grotesk"/>
              <a:cs typeface="Hanken Grotesk"/>
              <a:sym typeface="Hanken Grotesk"/>
            </a:endParaRPr>
          </a:p>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463" name="Google Shape;463;p47"/>
          <p:cNvSpPr txBox="1">
            <a:spLocks noGrp="1"/>
          </p:cNvSpPr>
          <p:nvPr>
            <p:ph type="title"/>
          </p:nvPr>
        </p:nvSpPr>
        <p:spPr>
          <a:xfrm>
            <a:off x="717700" y="550975"/>
            <a:ext cx="5067600" cy="508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en" sz="2600"/>
              <a:t>Proposed Methodology</a:t>
            </a:r>
            <a:endParaRPr sz="2600"/>
          </a:p>
        </p:txBody>
      </p:sp>
      <p:sp>
        <p:nvSpPr>
          <p:cNvPr id="464" name="Google Shape;464;p4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000"/>
              <a:t>18</a:t>
            </a:fld>
            <a:endParaRPr sz="1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48"/>
          <p:cNvSpPr txBox="1"/>
          <p:nvPr/>
        </p:nvSpPr>
        <p:spPr>
          <a:xfrm>
            <a:off x="784500" y="1114350"/>
            <a:ext cx="7575000" cy="37563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1"/>
              </a:buClr>
              <a:buSzPts val="1400"/>
              <a:buFont typeface="Hanken Grotesk"/>
              <a:buChar char="●"/>
            </a:pPr>
            <a:r>
              <a:rPr lang="en" b="1">
                <a:solidFill>
                  <a:schemeClr val="dk1"/>
                </a:solidFill>
                <a:latin typeface="Hanken Grotesk"/>
                <a:ea typeface="Hanken Grotesk"/>
                <a:cs typeface="Hanken Grotesk"/>
                <a:sym typeface="Hanken Grotesk"/>
              </a:rPr>
              <a:t>Recurrent Quantum Cell: </a:t>
            </a:r>
            <a:r>
              <a:rPr lang="en">
                <a:solidFill>
                  <a:schemeClr val="dk1"/>
                </a:solidFill>
                <a:latin typeface="Hanken Grotesk"/>
                <a:ea typeface="Hanken Grotesk"/>
                <a:cs typeface="Hanken Grotesk"/>
                <a:sym typeface="Hanken Grotesk"/>
              </a:rPr>
              <a:t>The encoded state is subsequently evolved by a trainable, parameterized quantum circuit, V(θ), which constitutes our Recurrent Quantum Cell. This unitary operation is designed to create entanglement among all qubits, allowing the model to learn complex correlations between the current input and the carried-over hidden state.</a:t>
            </a:r>
            <a:endParaRPr>
              <a:solidFill>
                <a:schemeClr val="dk1"/>
              </a:solidFill>
              <a:latin typeface="Hanken Grotesk"/>
              <a:ea typeface="Hanken Grotesk"/>
              <a:cs typeface="Hanken Grotesk"/>
              <a:sym typeface="Hanken Grotesk"/>
            </a:endParaRPr>
          </a:p>
          <a:p>
            <a:pPr marL="457200" lvl="0" indent="0" algn="l" rtl="0">
              <a:spcBef>
                <a:spcPts val="0"/>
              </a:spcBef>
              <a:spcAft>
                <a:spcPts val="0"/>
              </a:spcAft>
              <a:buNone/>
            </a:pPr>
            <a:endParaRPr>
              <a:solidFill>
                <a:schemeClr val="dk1"/>
              </a:solidFill>
              <a:latin typeface="Hanken Grotesk"/>
              <a:ea typeface="Hanken Grotesk"/>
              <a:cs typeface="Hanken Grotesk"/>
              <a:sym typeface="Hanken Grotesk"/>
            </a:endParaRPr>
          </a:p>
          <a:p>
            <a:pPr marL="457200" lvl="0" indent="-317500" algn="l" rtl="0">
              <a:spcBef>
                <a:spcPts val="0"/>
              </a:spcBef>
              <a:spcAft>
                <a:spcPts val="0"/>
              </a:spcAft>
              <a:buClr>
                <a:schemeClr val="dk1"/>
              </a:buClr>
              <a:buSzPts val="1400"/>
              <a:buFont typeface="Hanken Grotesk"/>
              <a:buChar char="●"/>
            </a:pPr>
            <a:r>
              <a:rPr lang="en" b="1">
                <a:solidFill>
                  <a:schemeClr val="dk1"/>
                </a:solidFill>
                <a:latin typeface="Hanken Grotesk"/>
                <a:ea typeface="Hanken Grotesk"/>
                <a:cs typeface="Hanken Grotesk"/>
                <a:sym typeface="Hanken Grotesk"/>
              </a:rPr>
              <a:t>State Propagation via Partial Measurement:</a:t>
            </a:r>
            <a:r>
              <a:rPr lang="en">
                <a:solidFill>
                  <a:schemeClr val="dk1"/>
                </a:solidFill>
                <a:latin typeface="Hanken Grotesk"/>
                <a:ea typeface="Hanken Grotesk"/>
                <a:cs typeface="Hanken Grotesk"/>
                <a:sym typeface="Hanken Grotesk"/>
              </a:rPr>
              <a:t> To facilitate recurrence, a partial measurement scheme is employed at the conclusion of each timestep. For a system with n qubits, the top n−3 "working qubits" are measured, collapsing their state to serve as a non-linear activation while effectively resetting them for the next input. Concurrently, the remaining 3 "memory qubits" are not measured, allowing their quantum state to be preserved and propagated forward, thus carrying the hidden state of the sequence.</a:t>
            </a:r>
            <a:endParaRPr>
              <a:solidFill>
                <a:schemeClr val="dk1"/>
              </a:solidFill>
              <a:latin typeface="Hanken Grotesk"/>
              <a:ea typeface="Hanken Grotesk"/>
              <a:cs typeface="Hanken Grotesk"/>
              <a:sym typeface="Hanken Grotesk"/>
            </a:endParaRPr>
          </a:p>
        </p:txBody>
      </p:sp>
      <p:sp>
        <p:nvSpPr>
          <p:cNvPr id="470" name="Google Shape;470;p48"/>
          <p:cNvSpPr txBox="1">
            <a:spLocks noGrp="1"/>
          </p:cNvSpPr>
          <p:nvPr>
            <p:ph type="title"/>
          </p:nvPr>
        </p:nvSpPr>
        <p:spPr>
          <a:xfrm>
            <a:off x="717700" y="550975"/>
            <a:ext cx="5067600" cy="508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en" sz="2600"/>
              <a:t>Proposed Methodology</a:t>
            </a:r>
            <a:endParaRPr sz="2600"/>
          </a:p>
        </p:txBody>
      </p:sp>
      <p:sp>
        <p:nvSpPr>
          <p:cNvPr id="471" name="Google Shape;471;p4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000"/>
              <a:t>19</a:t>
            </a:fld>
            <a:endParaRPr sz="1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49"/>
          <p:cNvSpPr txBox="1"/>
          <p:nvPr/>
        </p:nvSpPr>
        <p:spPr>
          <a:xfrm>
            <a:off x="784500" y="1114350"/>
            <a:ext cx="7575000" cy="37563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1"/>
              </a:buClr>
              <a:buSzPts val="1400"/>
              <a:buFont typeface="Hanken Grotesk"/>
              <a:buChar char="●"/>
            </a:pPr>
            <a:r>
              <a:rPr lang="en" b="1">
                <a:solidFill>
                  <a:schemeClr val="dk1"/>
                </a:solidFill>
                <a:latin typeface="Hanken Grotesk"/>
                <a:ea typeface="Hanken Grotesk"/>
                <a:cs typeface="Hanken Grotesk"/>
                <a:sym typeface="Hanken Grotesk"/>
              </a:rPr>
              <a:t>Final Classification Measurement:</a:t>
            </a:r>
            <a:r>
              <a:rPr lang="en">
                <a:solidFill>
                  <a:schemeClr val="dk1"/>
                </a:solidFill>
                <a:latin typeface="Hanken Grotesk"/>
                <a:ea typeface="Hanken Grotesk"/>
                <a:cs typeface="Hanken Grotesk"/>
                <a:sym typeface="Hanken Grotesk"/>
              </a:rPr>
              <a:t> At the final timestep of the sequence, the three memory qubits are measured. This yields the classical probabilities corresponding to the three primary sentiment polarities (positive, negative, and neutral), from which the model's final prediction is determined.</a:t>
            </a:r>
            <a:endParaRPr>
              <a:solidFill>
                <a:schemeClr val="dk1"/>
              </a:solidFill>
              <a:latin typeface="Hanken Grotesk"/>
              <a:ea typeface="Hanken Grotesk"/>
              <a:cs typeface="Hanken Grotesk"/>
              <a:sym typeface="Hanken Grotesk"/>
            </a:endParaRPr>
          </a:p>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477" name="Google Shape;477;p49"/>
          <p:cNvSpPr txBox="1">
            <a:spLocks noGrp="1"/>
          </p:cNvSpPr>
          <p:nvPr>
            <p:ph type="title"/>
          </p:nvPr>
        </p:nvSpPr>
        <p:spPr>
          <a:xfrm>
            <a:off x="717700" y="550975"/>
            <a:ext cx="5067600" cy="508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en" sz="2600"/>
              <a:t>Proposed Methodology</a:t>
            </a:r>
            <a:endParaRPr sz="2600"/>
          </a:p>
        </p:txBody>
      </p:sp>
      <p:sp>
        <p:nvSpPr>
          <p:cNvPr id="478" name="Google Shape;478;p4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000"/>
              <a:t>20</a:t>
            </a:fld>
            <a:endParaRPr sz="1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50"/>
          <p:cNvSpPr txBox="1"/>
          <p:nvPr/>
        </p:nvSpPr>
        <p:spPr>
          <a:xfrm>
            <a:off x="784500" y="1114350"/>
            <a:ext cx="7575000" cy="3756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484" name="Google Shape;484;p50"/>
          <p:cNvSpPr txBox="1">
            <a:spLocks noGrp="1"/>
          </p:cNvSpPr>
          <p:nvPr>
            <p:ph type="title"/>
          </p:nvPr>
        </p:nvSpPr>
        <p:spPr>
          <a:xfrm>
            <a:off x="717700" y="550975"/>
            <a:ext cx="5067600" cy="508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en" sz="2600"/>
              <a:t>Proposed Methodology</a:t>
            </a:r>
            <a:endParaRPr sz="2600"/>
          </a:p>
        </p:txBody>
      </p:sp>
      <p:sp>
        <p:nvSpPr>
          <p:cNvPr id="485" name="Google Shape;485;p5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000"/>
              <a:t>21</a:t>
            </a:fld>
            <a:endParaRPr sz="1000"/>
          </a:p>
        </p:txBody>
      </p:sp>
      <p:pic>
        <p:nvPicPr>
          <p:cNvPr id="486" name="Google Shape;486;p50" title="High-Level-Arch.png"/>
          <p:cNvPicPr preferRelativeResize="0"/>
          <p:nvPr/>
        </p:nvPicPr>
        <p:blipFill>
          <a:blip r:embed="rId3">
            <a:alphaModFix/>
          </a:blip>
          <a:stretch>
            <a:fillRect/>
          </a:stretch>
        </p:blipFill>
        <p:spPr>
          <a:xfrm>
            <a:off x="947738" y="2000250"/>
            <a:ext cx="7248525" cy="1143000"/>
          </a:xfrm>
          <a:prstGeom prst="rect">
            <a:avLst/>
          </a:prstGeom>
          <a:noFill/>
          <a:ln>
            <a:noFill/>
          </a:ln>
        </p:spPr>
      </p:pic>
      <p:sp>
        <p:nvSpPr>
          <p:cNvPr id="487" name="Google Shape;487;p50"/>
          <p:cNvSpPr txBox="1"/>
          <p:nvPr/>
        </p:nvSpPr>
        <p:spPr>
          <a:xfrm>
            <a:off x="1926150" y="3257550"/>
            <a:ext cx="5291700" cy="670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b="1" dirty="0">
                <a:solidFill>
                  <a:schemeClr val="dk1"/>
                </a:solidFill>
                <a:latin typeface="Hanken Grotesk"/>
                <a:ea typeface="Hanken Grotesk"/>
                <a:cs typeface="Hanken Grotesk"/>
                <a:sym typeface="Hanken Grotesk"/>
              </a:rPr>
              <a:t>Figure 2: </a:t>
            </a:r>
            <a:r>
              <a:rPr lang="en" sz="1200" dirty="0">
                <a:solidFill>
                  <a:schemeClr val="dk1"/>
                </a:solidFill>
                <a:latin typeface="Hanken Grotesk"/>
                <a:ea typeface="Hanken Grotesk"/>
                <a:cs typeface="Hanken Grotesk"/>
                <a:sym typeface="Hanken Grotesk"/>
              </a:rPr>
              <a:t>High-Level Architecture of the Proposed Hybrid Quantum-Classical Model</a:t>
            </a:r>
            <a:endParaRPr sz="1200" dirty="0">
              <a:solidFill>
                <a:schemeClr val="dk1"/>
              </a:solidFill>
              <a:latin typeface="Hanken Grotesk"/>
              <a:ea typeface="Hanken Grotesk"/>
              <a:cs typeface="Hanken Grotesk"/>
              <a:sym typeface="Hanken Grotesk"/>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51"/>
          <p:cNvSpPr txBox="1"/>
          <p:nvPr/>
        </p:nvSpPr>
        <p:spPr>
          <a:xfrm>
            <a:off x="784500" y="1114350"/>
            <a:ext cx="7575000" cy="3756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493" name="Google Shape;493;p51"/>
          <p:cNvSpPr txBox="1">
            <a:spLocks noGrp="1"/>
          </p:cNvSpPr>
          <p:nvPr>
            <p:ph type="title"/>
          </p:nvPr>
        </p:nvSpPr>
        <p:spPr>
          <a:xfrm>
            <a:off x="717700" y="550975"/>
            <a:ext cx="5067600" cy="508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en" sz="2600"/>
              <a:t>Proposed Methodology</a:t>
            </a:r>
            <a:endParaRPr sz="2600"/>
          </a:p>
        </p:txBody>
      </p:sp>
      <p:sp>
        <p:nvSpPr>
          <p:cNvPr id="494" name="Google Shape;494;p5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000"/>
              <a:t>22</a:t>
            </a:fld>
            <a:endParaRPr sz="1000"/>
          </a:p>
        </p:txBody>
      </p:sp>
      <p:pic>
        <p:nvPicPr>
          <p:cNvPr id="495" name="Google Shape;495;p51" title="High-Level-Quantum-Layer.jpg"/>
          <p:cNvPicPr preferRelativeResize="0"/>
          <p:nvPr/>
        </p:nvPicPr>
        <p:blipFill>
          <a:blip r:embed="rId3">
            <a:alphaModFix/>
          </a:blip>
          <a:stretch>
            <a:fillRect/>
          </a:stretch>
        </p:blipFill>
        <p:spPr>
          <a:xfrm>
            <a:off x="2446625" y="1846863"/>
            <a:ext cx="3861100" cy="1449775"/>
          </a:xfrm>
          <a:prstGeom prst="rect">
            <a:avLst/>
          </a:prstGeom>
          <a:noFill/>
          <a:ln>
            <a:noFill/>
          </a:ln>
        </p:spPr>
      </p:pic>
      <p:sp>
        <p:nvSpPr>
          <p:cNvPr id="496" name="Google Shape;496;p51"/>
          <p:cNvSpPr txBox="1"/>
          <p:nvPr/>
        </p:nvSpPr>
        <p:spPr>
          <a:xfrm>
            <a:off x="1910575" y="3413425"/>
            <a:ext cx="4933200" cy="107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b="1" dirty="0">
                <a:solidFill>
                  <a:schemeClr val="dk1"/>
                </a:solidFill>
                <a:latin typeface="Hanken Grotesk"/>
                <a:ea typeface="Hanken Grotesk"/>
                <a:cs typeface="Hanken Grotesk"/>
                <a:sym typeface="Hanken Grotesk"/>
              </a:rPr>
              <a:t>Figure 3: </a:t>
            </a:r>
            <a:r>
              <a:rPr lang="en" sz="1200" dirty="0">
                <a:solidFill>
                  <a:schemeClr val="dk1"/>
                </a:solidFill>
                <a:latin typeface="Hanken Grotesk"/>
                <a:ea typeface="Hanken Grotesk"/>
                <a:cs typeface="Hanken Grotesk"/>
                <a:sym typeface="Hanken Grotesk"/>
              </a:rPr>
              <a:t>High-level overview of the Quantum Recurrent Layer for n qubits. It consists of three primary stages: Input Encoding U (xt), the Recurrent Quantum Cell V (θ), and the final Measurement stage.</a:t>
            </a:r>
            <a:endParaRPr sz="1200" dirty="0">
              <a:solidFill>
                <a:schemeClr val="dk1"/>
              </a:solidFill>
              <a:latin typeface="Hanken Grotesk"/>
              <a:ea typeface="Hanken Grotesk"/>
              <a:cs typeface="Hanken Grotesk"/>
              <a:sym typeface="Hanken Grotesk"/>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52"/>
          <p:cNvSpPr txBox="1"/>
          <p:nvPr/>
        </p:nvSpPr>
        <p:spPr>
          <a:xfrm>
            <a:off x="784500" y="1114350"/>
            <a:ext cx="7575000" cy="3756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502" name="Google Shape;502;p52"/>
          <p:cNvSpPr txBox="1">
            <a:spLocks noGrp="1"/>
          </p:cNvSpPr>
          <p:nvPr>
            <p:ph type="title"/>
          </p:nvPr>
        </p:nvSpPr>
        <p:spPr>
          <a:xfrm>
            <a:off x="717700" y="550975"/>
            <a:ext cx="5067600" cy="508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en" sz="2600"/>
              <a:t>Proposed Methodology</a:t>
            </a:r>
            <a:endParaRPr sz="2600"/>
          </a:p>
        </p:txBody>
      </p:sp>
      <p:sp>
        <p:nvSpPr>
          <p:cNvPr id="503" name="Google Shape;503;p5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000"/>
              <a:t>23</a:t>
            </a:fld>
            <a:endParaRPr sz="1000"/>
          </a:p>
        </p:txBody>
      </p:sp>
      <p:pic>
        <p:nvPicPr>
          <p:cNvPr id="504" name="Google Shape;504;p52" title="P1-Quantum-Layer.jpg"/>
          <p:cNvPicPr preferRelativeResize="0"/>
          <p:nvPr/>
        </p:nvPicPr>
        <p:blipFill>
          <a:blip r:embed="rId3">
            <a:alphaModFix/>
          </a:blip>
          <a:stretch>
            <a:fillRect/>
          </a:stretch>
        </p:blipFill>
        <p:spPr>
          <a:xfrm>
            <a:off x="990297" y="1315564"/>
            <a:ext cx="3706974" cy="1842172"/>
          </a:xfrm>
          <a:prstGeom prst="rect">
            <a:avLst/>
          </a:prstGeom>
          <a:noFill/>
          <a:ln>
            <a:noFill/>
          </a:ln>
        </p:spPr>
      </p:pic>
      <p:pic>
        <p:nvPicPr>
          <p:cNvPr id="505" name="Google Shape;505;p52" title="P2-Quantum-Layer.jpg"/>
          <p:cNvPicPr preferRelativeResize="0"/>
          <p:nvPr/>
        </p:nvPicPr>
        <p:blipFill>
          <a:blip r:embed="rId4">
            <a:alphaModFix/>
          </a:blip>
          <a:stretch>
            <a:fillRect/>
          </a:stretch>
        </p:blipFill>
        <p:spPr>
          <a:xfrm>
            <a:off x="4446163" y="1315575"/>
            <a:ext cx="3699188" cy="1842150"/>
          </a:xfrm>
          <a:prstGeom prst="rect">
            <a:avLst/>
          </a:prstGeom>
          <a:noFill/>
          <a:ln>
            <a:noFill/>
          </a:ln>
        </p:spPr>
      </p:pic>
      <p:sp>
        <p:nvSpPr>
          <p:cNvPr id="506" name="Google Shape;506;p52"/>
          <p:cNvSpPr txBox="1"/>
          <p:nvPr/>
        </p:nvSpPr>
        <p:spPr>
          <a:xfrm>
            <a:off x="1439100" y="3312100"/>
            <a:ext cx="6265800" cy="935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b="1" dirty="0">
                <a:solidFill>
                  <a:schemeClr val="dk1"/>
                </a:solidFill>
                <a:latin typeface="Hanken Grotesk"/>
                <a:ea typeface="Hanken Grotesk"/>
                <a:cs typeface="Hanken Grotesk"/>
                <a:sym typeface="Hanken Grotesk"/>
              </a:rPr>
              <a:t>Figure 4: </a:t>
            </a:r>
            <a:r>
              <a:rPr lang="en" sz="1200" dirty="0">
                <a:solidFill>
                  <a:schemeClr val="dk1"/>
                </a:solidFill>
                <a:latin typeface="Hanken Grotesk"/>
                <a:ea typeface="Hanken Grotesk"/>
                <a:cs typeface="Hanken Grotesk"/>
                <a:sym typeface="Hanken Grotesk"/>
              </a:rPr>
              <a:t>The unrolled architecture of the proposed QRNN. State propagation between timesteps is achieved via partial measurement, where the bottom memory qubits carry the hidden state ∣ht⟩ forward</a:t>
            </a:r>
            <a:endParaRPr sz="1200" dirty="0">
              <a:solidFill>
                <a:schemeClr val="dk1"/>
              </a:solidFill>
              <a:latin typeface="Hanken Grotesk"/>
              <a:ea typeface="Hanken Grotesk"/>
              <a:cs typeface="Hanken Grotesk"/>
              <a:sym typeface="Hanken Grotesk"/>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53"/>
          <p:cNvSpPr txBox="1"/>
          <p:nvPr/>
        </p:nvSpPr>
        <p:spPr>
          <a:xfrm>
            <a:off x="784500" y="1114350"/>
            <a:ext cx="7575000" cy="34836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This study will be benchmarked on three distinct, real-world sentiment analysis datasets. Sourced from the UCI Repository, this collection was originally introduced by Kotzias et al. (2015) </a:t>
            </a:r>
            <a:r>
              <a:rPr lang="en" sz="1200" b="1">
                <a:solidFill>
                  <a:schemeClr val="dk1"/>
                </a:solidFill>
                <a:latin typeface="Hanken Grotesk"/>
                <a:ea typeface="Hanken Grotesk"/>
                <a:cs typeface="Hanken Grotesk"/>
                <a:sym typeface="Hanken Grotesk"/>
              </a:rPr>
              <a:t>[10]</a:t>
            </a:r>
            <a:r>
              <a:rPr lang="en">
                <a:solidFill>
                  <a:schemeClr val="dk1"/>
                </a:solidFill>
                <a:latin typeface="Hanken Grotesk"/>
                <a:ea typeface="Hanken Grotesk"/>
                <a:cs typeface="Hanken Grotesk"/>
                <a:sym typeface="Hanken Grotesk"/>
              </a:rPr>
              <a:t> and allows us to test the model's ability to generalize across different text domains.</a:t>
            </a:r>
            <a:endParaRPr>
              <a:solidFill>
                <a:schemeClr val="dk1"/>
              </a:solidFill>
              <a:latin typeface="Hanken Grotesk"/>
              <a:ea typeface="Hanken Grotesk"/>
              <a:cs typeface="Hanken Grotesk"/>
              <a:sym typeface="Hanken Grotesk"/>
            </a:endParaRPr>
          </a:p>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512" name="Google Shape;512;p53"/>
          <p:cNvSpPr txBox="1">
            <a:spLocks noGrp="1"/>
          </p:cNvSpPr>
          <p:nvPr>
            <p:ph type="title"/>
          </p:nvPr>
        </p:nvSpPr>
        <p:spPr>
          <a:xfrm>
            <a:off x="733300" y="605550"/>
            <a:ext cx="5067600" cy="508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en" sz="2600"/>
              <a:t>Datasets</a:t>
            </a:r>
            <a:endParaRPr sz="2600"/>
          </a:p>
        </p:txBody>
      </p:sp>
      <p:graphicFrame>
        <p:nvGraphicFramePr>
          <p:cNvPr id="513" name="Google Shape;513;p53"/>
          <p:cNvGraphicFramePr/>
          <p:nvPr/>
        </p:nvGraphicFramePr>
        <p:xfrm>
          <a:off x="860700" y="2441000"/>
          <a:ext cx="7422600" cy="1797175"/>
        </p:xfrm>
        <a:graphic>
          <a:graphicData uri="http://schemas.openxmlformats.org/drawingml/2006/table">
            <a:tbl>
              <a:tblPr>
                <a:noFill/>
                <a:tableStyleId>{1E6FC7FD-9D2E-4833-B8CB-813D9EE70BAE}</a:tableStyleId>
              </a:tblPr>
              <a:tblGrid>
                <a:gridCol w="1855650">
                  <a:extLst>
                    <a:ext uri="{9D8B030D-6E8A-4147-A177-3AD203B41FA5}">
                      <a16:colId xmlns:a16="http://schemas.microsoft.com/office/drawing/2014/main" val="20000"/>
                    </a:ext>
                  </a:extLst>
                </a:gridCol>
                <a:gridCol w="1762125">
                  <a:extLst>
                    <a:ext uri="{9D8B030D-6E8A-4147-A177-3AD203B41FA5}">
                      <a16:colId xmlns:a16="http://schemas.microsoft.com/office/drawing/2014/main" val="20001"/>
                    </a:ext>
                  </a:extLst>
                </a:gridCol>
                <a:gridCol w="1645250">
                  <a:extLst>
                    <a:ext uri="{9D8B030D-6E8A-4147-A177-3AD203B41FA5}">
                      <a16:colId xmlns:a16="http://schemas.microsoft.com/office/drawing/2014/main" val="20002"/>
                    </a:ext>
                  </a:extLst>
                </a:gridCol>
                <a:gridCol w="2159575">
                  <a:extLst>
                    <a:ext uri="{9D8B030D-6E8A-4147-A177-3AD203B41FA5}">
                      <a16:colId xmlns:a16="http://schemas.microsoft.com/office/drawing/2014/main" val="20003"/>
                    </a:ext>
                  </a:extLst>
                </a:gridCol>
              </a:tblGrid>
              <a:tr h="425725">
                <a:tc>
                  <a:txBody>
                    <a:bodyPr/>
                    <a:lstStyle/>
                    <a:p>
                      <a:pPr marL="0" lvl="0" indent="0" algn="ctr" rtl="0">
                        <a:spcBef>
                          <a:spcPts val="0"/>
                        </a:spcBef>
                        <a:spcAft>
                          <a:spcPts val="0"/>
                        </a:spcAft>
                        <a:buNone/>
                      </a:pPr>
                      <a:r>
                        <a:rPr lang="en" sz="1200" b="1">
                          <a:solidFill>
                            <a:schemeClr val="dk1"/>
                          </a:solidFill>
                          <a:latin typeface="Hanken Grotesk"/>
                          <a:ea typeface="Hanken Grotesk"/>
                          <a:cs typeface="Hanken Grotesk"/>
                          <a:sym typeface="Hanken Grotesk"/>
                        </a:rPr>
                        <a:t>Dataset</a:t>
                      </a:r>
                      <a:endParaRPr sz="1200" b="1">
                        <a:latin typeface="Hanken Grotesk"/>
                        <a:ea typeface="Hanken Grotesk"/>
                        <a:cs typeface="Hanken Grotesk"/>
                        <a:sym typeface="Hanken Grotesk"/>
                      </a:endParaRPr>
                    </a:p>
                  </a:txBody>
                  <a:tcPr marL="91425" marR="91425" marT="91425" marB="91425">
                    <a:solidFill>
                      <a:srgbClr val="CFD7FD"/>
                    </a:solidFill>
                  </a:tcPr>
                </a:tc>
                <a:tc>
                  <a:txBody>
                    <a:bodyPr/>
                    <a:lstStyle/>
                    <a:p>
                      <a:pPr marL="0" lvl="0" indent="0" algn="ctr" rtl="0">
                        <a:spcBef>
                          <a:spcPts val="0"/>
                        </a:spcBef>
                        <a:spcAft>
                          <a:spcPts val="0"/>
                        </a:spcAft>
                        <a:buNone/>
                      </a:pPr>
                      <a:r>
                        <a:rPr lang="en" sz="1200" b="1">
                          <a:solidFill>
                            <a:schemeClr val="dk1"/>
                          </a:solidFill>
                          <a:latin typeface="Hanken Grotesk"/>
                          <a:ea typeface="Hanken Grotesk"/>
                          <a:cs typeface="Hanken Grotesk"/>
                          <a:sym typeface="Hanken Grotesk"/>
                        </a:rPr>
                        <a:t>Domain</a:t>
                      </a:r>
                      <a:endParaRPr sz="1200" b="1">
                        <a:latin typeface="Hanken Grotesk"/>
                        <a:ea typeface="Hanken Grotesk"/>
                        <a:cs typeface="Hanken Grotesk"/>
                        <a:sym typeface="Hanken Grotesk"/>
                      </a:endParaRPr>
                    </a:p>
                  </a:txBody>
                  <a:tcPr marL="91425" marR="91425" marT="91425" marB="91425">
                    <a:solidFill>
                      <a:srgbClr val="CFD7FD"/>
                    </a:solidFill>
                  </a:tcPr>
                </a:tc>
                <a:tc>
                  <a:txBody>
                    <a:bodyPr/>
                    <a:lstStyle/>
                    <a:p>
                      <a:pPr marL="0" lvl="0" indent="0" algn="ctr" rtl="0">
                        <a:spcBef>
                          <a:spcPts val="0"/>
                        </a:spcBef>
                        <a:spcAft>
                          <a:spcPts val="0"/>
                        </a:spcAft>
                        <a:buNone/>
                      </a:pPr>
                      <a:r>
                        <a:rPr lang="en" sz="1200" b="1">
                          <a:solidFill>
                            <a:schemeClr val="dk1"/>
                          </a:solidFill>
                          <a:latin typeface="Hanken Grotesk"/>
                          <a:ea typeface="Hanken Grotesk"/>
                          <a:cs typeface="Hanken Grotesk"/>
                          <a:sym typeface="Hanken Grotesk"/>
                        </a:rPr>
                        <a:t>Total Samples</a:t>
                      </a:r>
                      <a:endParaRPr sz="1200" b="1">
                        <a:latin typeface="Hanken Grotesk"/>
                        <a:ea typeface="Hanken Grotesk"/>
                        <a:cs typeface="Hanken Grotesk"/>
                        <a:sym typeface="Hanken Grotesk"/>
                      </a:endParaRPr>
                    </a:p>
                  </a:txBody>
                  <a:tcPr marL="91425" marR="91425" marT="91425" marB="91425">
                    <a:solidFill>
                      <a:srgbClr val="CFD7FD"/>
                    </a:solidFill>
                  </a:tcPr>
                </a:tc>
                <a:tc>
                  <a:txBody>
                    <a:bodyPr/>
                    <a:lstStyle/>
                    <a:p>
                      <a:pPr marL="0" lvl="0" indent="0" algn="ctr" rtl="0">
                        <a:spcBef>
                          <a:spcPts val="0"/>
                        </a:spcBef>
                        <a:spcAft>
                          <a:spcPts val="0"/>
                        </a:spcAft>
                        <a:buNone/>
                      </a:pPr>
                      <a:r>
                        <a:rPr lang="en" sz="1200" b="1">
                          <a:solidFill>
                            <a:schemeClr val="dk1"/>
                          </a:solidFill>
                          <a:latin typeface="Hanken Grotesk"/>
                          <a:ea typeface="Hanken Grotesk"/>
                          <a:cs typeface="Hanken Grotesk"/>
                          <a:sym typeface="Hanken Grotesk"/>
                        </a:rPr>
                        <a:t>Class Distribution (P/N)</a:t>
                      </a:r>
                      <a:endParaRPr sz="1200" b="1">
                        <a:latin typeface="Hanken Grotesk"/>
                        <a:ea typeface="Hanken Grotesk"/>
                        <a:cs typeface="Hanken Grotesk"/>
                        <a:sym typeface="Hanken Grotesk"/>
                      </a:endParaRPr>
                    </a:p>
                  </a:txBody>
                  <a:tcPr marL="91425" marR="91425" marT="91425" marB="91425">
                    <a:solidFill>
                      <a:srgbClr val="CFD7FD"/>
                    </a:solidFill>
                  </a:tcPr>
                </a:tc>
                <a:extLst>
                  <a:ext uri="{0D108BD9-81ED-4DB2-BD59-A6C34878D82A}">
                    <a16:rowId xmlns:a16="http://schemas.microsoft.com/office/drawing/2014/main" val="10000"/>
                  </a:ext>
                </a:extLst>
              </a:tr>
              <a:tr h="457150">
                <a:tc>
                  <a:txBody>
                    <a:bodyPr/>
                    <a:lstStyle/>
                    <a:p>
                      <a:pPr marL="0" lvl="0" indent="0" algn="ctr" rtl="0">
                        <a:spcBef>
                          <a:spcPts val="0"/>
                        </a:spcBef>
                        <a:spcAft>
                          <a:spcPts val="0"/>
                        </a:spcAft>
                        <a:buNone/>
                      </a:pPr>
                      <a:r>
                        <a:rPr lang="en" sz="1200" b="1">
                          <a:solidFill>
                            <a:schemeClr val="dk1"/>
                          </a:solidFill>
                          <a:latin typeface="Hanken Grotesk"/>
                          <a:ea typeface="Hanken Grotesk"/>
                          <a:cs typeface="Hanken Grotesk"/>
                          <a:sym typeface="Hanken Grotesk"/>
                        </a:rPr>
                        <a:t>IMDb Reviews</a:t>
                      </a:r>
                      <a:endParaRPr sz="1200">
                        <a:latin typeface="Hanken Grotesk"/>
                        <a:ea typeface="Hanken Grotesk"/>
                        <a:cs typeface="Hanken Grotesk"/>
                        <a:sym typeface="Hanken Grotesk"/>
                      </a:endParaRPr>
                    </a:p>
                  </a:txBody>
                  <a:tcPr marL="91425" marR="91425" marT="91425" marB="91425"/>
                </a:tc>
                <a:tc>
                  <a:txBody>
                    <a:bodyPr/>
                    <a:lstStyle/>
                    <a:p>
                      <a:pPr marL="0" lvl="0" indent="0" algn="ctr" rtl="0">
                        <a:spcBef>
                          <a:spcPts val="0"/>
                        </a:spcBef>
                        <a:spcAft>
                          <a:spcPts val="0"/>
                        </a:spcAft>
                        <a:buNone/>
                      </a:pPr>
                      <a:r>
                        <a:rPr lang="en" sz="1200">
                          <a:solidFill>
                            <a:schemeClr val="dk1"/>
                          </a:solidFill>
                          <a:latin typeface="Hanken Grotesk"/>
                          <a:ea typeface="Hanken Grotesk"/>
                          <a:cs typeface="Hanken Grotesk"/>
                          <a:sym typeface="Hanken Grotesk"/>
                        </a:rPr>
                        <a:t>Movie Reviews</a:t>
                      </a:r>
                      <a:endParaRPr sz="1200">
                        <a:latin typeface="Hanken Grotesk"/>
                        <a:ea typeface="Hanken Grotesk"/>
                        <a:cs typeface="Hanken Grotesk"/>
                        <a:sym typeface="Hanken Grotesk"/>
                      </a:endParaRPr>
                    </a:p>
                  </a:txBody>
                  <a:tcPr marL="91425" marR="91425" marT="91425" marB="91425"/>
                </a:tc>
                <a:tc>
                  <a:txBody>
                    <a:bodyPr/>
                    <a:lstStyle/>
                    <a:p>
                      <a:pPr marL="0" lvl="0" indent="0" algn="ctr" rtl="0">
                        <a:spcBef>
                          <a:spcPts val="0"/>
                        </a:spcBef>
                        <a:spcAft>
                          <a:spcPts val="0"/>
                        </a:spcAft>
                        <a:buNone/>
                      </a:pPr>
                      <a:r>
                        <a:rPr lang="en" sz="1100">
                          <a:solidFill>
                            <a:schemeClr val="dk1"/>
                          </a:solidFill>
                          <a:latin typeface="Hanken Grotesk"/>
                          <a:ea typeface="Hanken Grotesk"/>
                          <a:cs typeface="Hanken Grotesk"/>
                          <a:sym typeface="Hanken Grotesk"/>
                        </a:rPr>
                        <a:t>748</a:t>
                      </a:r>
                      <a:endParaRPr sz="1100">
                        <a:latin typeface="Hanken Grotesk"/>
                        <a:ea typeface="Hanken Grotesk"/>
                        <a:cs typeface="Hanken Grotesk"/>
                        <a:sym typeface="Hanken Grotesk"/>
                      </a:endParaRPr>
                    </a:p>
                  </a:txBody>
                  <a:tcPr marL="91425" marR="91425" marT="91425" marB="91425"/>
                </a:tc>
                <a:tc>
                  <a:txBody>
                    <a:bodyPr/>
                    <a:lstStyle/>
                    <a:p>
                      <a:pPr marL="0" lvl="0" indent="0" algn="ctr" rtl="0">
                        <a:spcBef>
                          <a:spcPts val="0"/>
                        </a:spcBef>
                        <a:spcAft>
                          <a:spcPts val="0"/>
                        </a:spcAft>
                        <a:buNone/>
                      </a:pPr>
                      <a:r>
                        <a:rPr lang="en" sz="1100">
                          <a:solidFill>
                            <a:schemeClr val="dk1"/>
                          </a:solidFill>
                          <a:latin typeface="Hanken Grotesk"/>
                          <a:ea typeface="Hanken Grotesk"/>
                          <a:cs typeface="Hanken Grotesk"/>
                          <a:sym typeface="Hanken Grotesk"/>
                        </a:rPr>
                        <a:t>386 / 362 </a:t>
                      </a:r>
                      <a:endParaRPr sz="1100">
                        <a:latin typeface="Hanken Grotesk"/>
                        <a:ea typeface="Hanken Grotesk"/>
                        <a:cs typeface="Hanken Grotesk"/>
                        <a:sym typeface="Hanken Grotesk"/>
                      </a:endParaRPr>
                    </a:p>
                  </a:txBody>
                  <a:tcPr marL="91425" marR="91425" marT="91425" marB="91425"/>
                </a:tc>
                <a:extLst>
                  <a:ext uri="{0D108BD9-81ED-4DB2-BD59-A6C34878D82A}">
                    <a16:rowId xmlns:a16="http://schemas.microsoft.com/office/drawing/2014/main" val="10001"/>
                  </a:ext>
                </a:extLst>
              </a:tr>
              <a:tr h="457150">
                <a:tc>
                  <a:txBody>
                    <a:bodyPr/>
                    <a:lstStyle/>
                    <a:p>
                      <a:pPr marL="0" lvl="0" indent="0" algn="ctr" rtl="0">
                        <a:spcBef>
                          <a:spcPts val="0"/>
                        </a:spcBef>
                        <a:spcAft>
                          <a:spcPts val="0"/>
                        </a:spcAft>
                        <a:buNone/>
                      </a:pPr>
                      <a:r>
                        <a:rPr lang="en" sz="1200" b="1">
                          <a:solidFill>
                            <a:schemeClr val="dk1"/>
                          </a:solidFill>
                          <a:latin typeface="Hanken Grotesk"/>
                          <a:ea typeface="Hanken Grotesk"/>
                          <a:cs typeface="Hanken Grotesk"/>
                          <a:sym typeface="Hanken Grotesk"/>
                        </a:rPr>
                        <a:t>Amazon Reviews</a:t>
                      </a:r>
                      <a:endParaRPr sz="1200">
                        <a:latin typeface="Hanken Grotesk"/>
                        <a:ea typeface="Hanken Grotesk"/>
                        <a:cs typeface="Hanken Grotesk"/>
                        <a:sym typeface="Hanken Grotesk"/>
                      </a:endParaRPr>
                    </a:p>
                  </a:txBody>
                  <a:tcPr marL="91425" marR="91425" marT="91425" marB="91425"/>
                </a:tc>
                <a:tc>
                  <a:txBody>
                    <a:bodyPr/>
                    <a:lstStyle/>
                    <a:p>
                      <a:pPr marL="0" lvl="0" indent="0" algn="ctr" rtl="0">
                        <a:spcBef>
                          <a:spcPts val="0"/>
                        </a:spcBef>
                        <a:spcAft>
                          <a:spcPts val="0"/>
                        </a:spcAft>
                        <a:buNone/>
                      </a:pPr>
                      <a:r>
                        <a:rPr lang="en" sz="1200">
                          <a:solidFill>
                            <a:schemeClr val="dk1"/>
                          </a:solidFill>
                          <a:latin typeface="Hanken Grotesk"/>
                          <a:ea typeface="Hanken Grotesk"/>
                          <a:cs typeface="Hanken Grotesk"/>
                          <a:sym typeface="Hanken Grotesk"/>
                        </a:rPr>
                        <a:t>Product Reviews</a:t>
                      </a:r>
                      <a:endParaRPr sz="1200">
                        <a:latin typeface="Hanken Grotesk"/>
                        <a:ea typeface="Hanken Grotesk"/>
                        <a:cs typeface="Hanken Grotesk"/>
                        <a:sym typeface="Hanken Grotesk"/>
                      </a:endParaRPr>
                    </a:p>
                  </a:txBody>
                  <a:tcPr marL="91425" marR="91425" marT="91425" marB="91425"/>
                </a:tc>
                <a:tc>
                  <a:txBody>
                    <a:bodyPr/>
                    <a:lstStyle/>
                    <a:p>
                      <a:pPr marL="0" lvl="0" indent="0" algn="ctr" rtl="0">
                        <a:spcBef>
                          <a:spcPts val="0"/>
                        </a:spcBef>
                        <a:spcAft>
                          <a:spcPts val="0"/>
                        </a:spcAft>
                        <a:buNone/>
                      </a:pPr>
                      <a:r>
                        <a:rPr lang="en" sz="1100">
                          <a:solidFill>
                            <a:schemeClr val="dk1"/>
                          </a:solidFill>
                          <a:latin typeface="Hanken Grotesk"/>
                          <a:ea typeface="Hanken Grotesk"/>
                          <a:cs typeface="Hanken Grotesk"/>
                          <a:sym typeface="Hanken Grotesk"/>
                        </a:rPr>
                        <a:t>1000</a:t>
                      </a:r>
                      <a:endParaRPr sz="1100">
                        <a:latin typeface="Hanken Grotesk"/>
                        <a:ea typeface="Hanken Grotesk"/>
                        <a:cs typeface="Hanken Grotesk"/>
                        <a:sym typeface="Hanken Grotesk"/>
                      </a:endParaRPr>
                    </a:p>
                  </a:txBody>
                  <a:tcPr marL="91425" marR="91425" marT="91425" marB="91425"/>
                </a:tc>
                <a:tc>
                  <a:txBody>
                    <a:bodyPr/>
                    <a:lstStyle/>
                    <a:p>
                      <a:pPr marL="0" lvl="0" indent="0" algn="ctr" rtl="0">
                        <a:spcBef>
                          <a:spcPts val="0"/>
                        </a:spcBef>
                        <a:spcAft>
                          <a:spcPts val="0"/>
                        </a:spcAft>
                        <a:buNone/>
                      </a:pPr>
                      <a:r>
                        <a:rPr lang="en" sz="1100">
                          <a:solidFill>
                            <a:schemeClr val="dk1"/>
                          </a:solidFill>
                          <a:latin typeface="Hanken Grotesk"/>
                          <a:ea typeface="Hanken Grotesk"/>
                          <a:cs typeface="Hanken Grotesk"/>
                          <a:sym typeface="Hanken Grotesk"/>
                        </a:rPr>
                        <a:t>500 / 500</a:t>
                      </a:r>
                      <a:endParaRPr sz="1100">
                        <a:latin typeface="Hanken Grotesk"/>
                        <a:ea typeface="Hanken Grotesk"/>
                        <a:cs typeface="Hanken Grotesk"/>
                        <a:sym typeface="Hanken Grotesk"/>
                      </a:endParaRPr>
                    </a:p>
                  </a:txBody>
                  <a:tcPr marL="91425" marR="91425" marT="91425" marB="91425"/>
                </a:tc>
                <a:extLst>
                  <a:ext uri="{0D108BD9-81ED-4DB2-BD59-A6C34878D82A}">
                    <a16:rowId xmlns:a16="http://schemas.microsoft.com/office/drawing/2014/main" val="10002"/>
                  </a:ext>
                </a:extLst>
              </a:tr>
              <a:tr h="457150">
                <a:tc>
                  <a:txBody>
                    <a:bodyPr/>
                    <a:lstStyle/>
                    <a:p>
                      <a:pPr marL="0" lvl="0" indent="0" algn="ctr" rtl="0">
                        <a:spcBef>
                          <a:spcPts val="0"/>
                        </a:spcBef>
                        <a:spcAft>
                          <a:spcPts val="0"/>
                        </a:spcAft>
                        <a:buNone/>
                      </a:pPr>
                      <a:r>
                        <a:rPr lang="en" sz="1200" b="1">
                          <a:solidFill>
                            <a:schemeClr val="dk1"/>
                          </a:solidFill>
                          <a:latin typeface="Hanken Grotesk"/>
                          <a:ea typeface="Hanken Grotesk"/>
                          <a:cs typeface="Hanken Grotesk"/>
                          <a:sym typeface="Hanken Grotesk"/>
                        </a:rPr>
                        <a:t>Yelp Reviews</a:t>
                      </a:r>
                      <a:endParaRPr sz="1200">
                        <a:latin typeface="Hanken Grotesk"/>
                        <a:ea typeface="Hanken Grotesk"/>
                        <a:cs typeface="Hanken Grotesk"/>
                        <a:sym typeface="Hanken Grotesk"/>
                      </a:endParaRPr>
                    </a:p>
                  </a:txBody>
                  <a:tcPr marL="91425" marR="91425" marT="91425" marB="91425"/>
                </a:tc>
                <a:tc>
                  <a:txBody>
                    <a:bodyPr/>
                    <a:lstStyle/>
                    <a:p>
                      <a:pPr marL="0" lvl="0" indent="0" algn="ctr" rtl="0">
                        <a:spcBef>
                          <a:spcPts val="0"/>
                        </a:spcBef>
                        <a:spcAft>
                          <a:spcPts val="0"/>
                        </a:spcAft>
                        <a:buNone/>
                      </a:pPr>
                      <a:r>
                        <a:rPr lang="en" sz="1200">
                          <a:solidFill>
                            <a:schemeClr val="dk1"/>
                          </a:solidFill>
                          <a:latin typeface="Hanken Grotesk"/>
                          <a:ea typeface="Hanken Grotesk"/>
                          <a:cs typeface="Hanken Grotesk"/>
                          <a:sym typeface="Hanken Grotesk"/>
                        </a:rPr>
                        <a:t>Restaurant Reviews</a:t>
                      </a:r>
                      <a:endParaRPr sz="1200">
                        <a:latin typeface="Hanken Grotesk"/>
                        <a:ea typeface="Hanken Grotesk"/>
                        <a:cs typeface="Hanken Grotesk"/>
                        <a:sym typeface="Hanken Grotesk"/>
                      </a:endParaRPr>
                    </a:p>
                  </a:txBody>
                  <a:tcPr marL="91425" marR="91425" marT="91425" marB="91425"/>
                </a:tc>
                <a:tc>
                  <a:txBody>
                    <a:bodyPr/>
                    <a:lstStyle/>
                    <a:p>
                      <a:pPr marL="0" lvl="0" indent="0" algn="ctr" rtl="0">
                        <a:spcBef>
                          <a:spcPts val="0"/>
                        </a:spcBef>
                        <a:spcAft>
                          <a:spcPts val="0"/>
                        </a:spcAft>
                        <a:buNone/>
                      </a:pPr>
                      <a:r>
                        <a:rPr lang="en" sz="1100">
                          <a:solidFill>
                            <a:schemeClr val="dk1"/>
                          </a:solidFill>
                          <a:latin typeface="Hanken Grotesk"/>
                          <a:ea typeface="Hanken Grotesk"/>
                          <a:cs typeface="Hanken Grotesk"/>
                          <a:sym typeface="Hanken Grotesk"/>
                        </a:rPr>
                        <a:t>1000</a:t>
                      </a:r>
                      <a:endParaRPr sz="1100">
                        <a:latin typeface="Hanken Grotesk"/>
                        <a:ea typeface="Hanken Grotesk"/>
                        <a:cs typeface="Hanken Grotesk"/>
                        <a:sym typeface="Hanken Grotesk"/>
                      </a:endParaRPr>
                    </a:p>
                  </a:txBody>
                  <a:tcPr marL="91425" marR="91425" marT="91425" marB="91425"/>
                </a:tc>
                <a:tc>
                  <a:txBody>
                    <a:bodyPr/>
                    <a:lstStyle/>
                    <a:p>
                      <a:pPr marL="0" lvl="0" indent="0" algn="ctr" rtl="0">
                        <a:spcBef>
                          <a:spcPts val="0"/>
                        </a:spcBef>
                        <a:spcAft>
                          <a:spcPts val="0"/>
                        </a:spcAft>
                        <a:buNone/>
                      </a:pPr>
                      <a:r>
                        <a:rPr lang="en" sz="1100">
                          <a:solidFill>
                            <a:schemeClr val="dk1"/>
                          </a:solidFill>
                          <a:latin typeface="Hanken Grotesk"/>
                          <a:ea typeface="Hanken Grotesk"/>
                          <a:cs typeface="Hanken Grotesk"/>
                          <a:sym typeface="Hanken Grotesk"/>
                        </a:rPr>
                        <a:t>500 / 500</a:t>
                      </a:r>
                      <a:endParaRPr sz="1100">
                        <a:latin typeface="Hanken Grotesk"/>
                        <a:ea typeface="Hanken Grotesk"/>
                        <a:cs typeface="Hanken Grotesk"/>
                        <a:sym typeface="Hanken Grotesk"/>
                      </a:endParaRPr>
                    </a:p>
                  </a:txBody>
                  <a:tcPr marL="91425" marR="91425" marT="91425" marB="91425"/>
                </a:tc>
                <a:extLst>
                  <a:ext uri="{0D108BD9-81ED-4DB2-BD59-A6C34878D82A}">
                    <a16:rowId xmlns:a16="http://schemas.microsoft.com/office/drawing/2014/main" val="10003"/>
                  </a:ext>
                </a:extLst>
              </a:tr>
            </a:tbl>
          </a:graphicData>
        </a:graphic>
      </p:graphicFrame>
      <p:sp>
        <p:nvSpPr>
          <p:cNvPr id="514" name="Google Shape;514;p5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000"/>
              <a:t>24</a:t>
            </a:fld>
            <a:endParaRPr sz="1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54"/>
          <p:cNvSpPr txBox="1">
            <a:spLocks noGrp="1"/>
          </p:cNvSpPr>
          <p:nvPr>
            <p:ph type="title"/>
          </p:nvPr>
        </p:nvSpPr>
        <p:spPr>
          <a:xfrm>
            <a:off x="733300" y="605550"/>
            <a:ext cx="5067600" cy="508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en" sz="2600"/>
              <a:t>Timeline</a:t>
            </a:r>
            <a:endParaRPr sz="2600"/>
          </a:p>
        </p:txBody>
      </p:sp>
      <p:grpSp>
        <p:nvGrpSpPr>
          <p:cNvPr id="520" name="Google Shape;520;p54"/>
          <p:cNvGrpSpPr/>
          <p:nvPr/>
        </p:nvGrpSpPr>
        <p:grpSpPr>
          <a:xfrm>
            <a:off x="564623" y="2428675"/>
            <a:ext cx="1626294" cy="1159325"/>
            <a:chOff x="3154223" y="2428675"/>
            <a:chExt cx="1626294" cy="1159325"/>
          </a:xfrm>
        </p:grpSpPr>
        <p:sp>
          <p:nvSpPr>
            <p:cNvPr id="521" name="Google Shape;521;p54"/>
            <p:cNvSpPr/>
            <p:nvPr/>
          </p:nvSpPr>
          <p:spPr>
            <a:xfrm>
              <a:off x="3485717" y="3079475"/>
              <a:ext cx="1294800" cy="133500"/>
            </a:xfrm>
            <a:prstGeom prst="rect">
              <a:avLst/>
            </a:prstGeom>
            <a:solidFill>
              <a:srgbClr val="CFD7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54"/>
            <p:cNvSpPr txBox="1"/>
            <p:nvPr/>
          </p:nvSpPr>
          <p:spPr>
            <a:xfrm>
              <a:off x="3154223" y="3216600"/>
              <a:ext cx="892800" cy="371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 sz="1000" b="1">
                  <a:latin typeface="Roboto"/>
                  <a:ea typeface="Roboto"/>
                  <a:cs typeface="Roboto"/>
                  <a:sym typeface="Roboto"/>
                </a:rPr>
                <a:t>Aug 2025</a:t>
              </a:r>
              <a:endParaRPr sz="1000" b="1">
                <a:latin typeface="Roboto"/>
                <a:ea typeface="Roboto"/>
                <a:cs typeface="Roboto"/>
                <a:sym typeface="Roboto"/>
              </a:endParaRPr>
            </a:p>
          </p:txBody>
        </p:sp>
        <p:sp>
          <p:nvSpPr>
            <p:cNvPr id="523" name="Google Shape;523;p54"/>
            <p:cNvSpPr txBox="1"/>
            <p:nvPr/>
          </p:nvSpPr>
          <p:spPr>
            <a:xfrm>
              <a:off x="3154227" y="2428675"/>
              <a:ext cx="1393800" cy="371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 sz="1000" b="1">
                  <a:latin typeface="Roboto"/>
                  <a:ea typeface="Roboto"/>
                  <a:cs typeface="Roboto"/>
                  <a:sym typeface="Roboto"/>
                </a:rPr>
                <a:t>Literature Survey</a:t>
              </a:r>
              <a:endParaRPr sz="800" b="1">
                <a:latin typeface="Roboto"/>
                <a:ea typeface="Roboto"/>
                <a:cs typeface="Roboto"/>
                <a:sym typeface="Roboto"/>
              </a:endParaRPr>
            </a:p>
          </p:txBody>
        </p:sp>
        <p:grpSp>
          <p:nvGrpSpPr>
            <p:cNvPr id="524" name="Google Shape;524;p54"/>
            <p:cNvGrpSpPr/>
            <p:nvPr/>
          </p:nvGrpSpPr>
          <p:grpSpPr>
            <a:xfrm>
              <a:off x="3435870" y="2800065"/>
              <a:ext cx="92400" cy="411825"/>
              <a:chOff x="845575" y="2563700"/>
              <a:chExt cx="92400" cy="411825"/>
            </a:xfrm>
          </p:grpSpPr>
          <p:sp>
            <p:nvSpPr>
              <p:cNvPr id="525" name="Google Shape;525;p54"/>
              <p:cNvSpPr/>
              <p:nvPr/>
            </p:nvSpPr>
            <p:spPr>
              <a:xfrm>
                <a:off x="845575" y="2563700"/>
                <a:ext cx="92400" cy="92400"/>
              </a:xfrm>
              <a:prstGeom prst="ellipse">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26" name="Google Shape;526;p54"/>
              <p:cNvCxnSpPr/>
              <p:nvPr/>
            </p:nvCxnSpPr>
            <p:spPr>
              <a:xfrm>
                <a:off x="891775" y="2616125"/>
                <a:ext cx="0" cy="359400"/>
              </a:xfrm>
              <a:prstGeom prst="straightConnector1">
                <a:avLst/>
              </a:prstGeom>
              <a:noFill/>
              <a:ln w="9525" cap="flat" cmpd="sng">
                <a:solidFill>
                  <a:srgbClr val="000000"/>
                </a:solidFill>
                <a:prstDash val="solid"/>
                <a:round/>
                <a:headEnd type="none" w="sm" len="sm"/>
                <a:tailEnd type="none" w="sm" len="sm"/>
              </a:ln>
            </p:spPr>
          </p:cxnSp>
        </p:grpSp>
      </p:grpSp>
      <p:grpSp>
        <p:nvGrpSpPr>
          <p:cNvPr id="527" name="Google Shape;527;p54"/>
          <p:cNvGrpSpPr/>
          <p:nvPr/>
        </p:nvGrpSpPr>
        <p:grpSpPr>
          <a:xfrm>
            <a:off x="1741825" y="2702596"/>
            <a:ext cx="1743985" cy="1148105"/>
            <a:chOff x="1741825" y="2702596"/>
            <a:chExt cx="1743985" cy="1148105"/>
          </a:xfrm>
        </p:grpSpPr>
        <p:sp>
          <p:nvSpPr>
            <p:cNvPr id="528" name="Google Shape;528;p54"/>
            <p:cNvSpPr/>
            <p:nvPr/>
          </p:nvSpPr>
          <p:spPr>
            <a:xfrm>
              <a:off x="2191011" y="3079475"/>
              <a:ext cx="1294800" cy="133500"/>
            </a:xfrm>
            <a:prstGeom prst="rect">
              <a:avLst/>
            </a:prstGeom>
            <a:solidFill>
              <a:srgbClr val="8E7C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54"/>
            <p:cNvSpPr txBox="1"/>
            <p:nvPr/>
          </p:nvSpPr>
          <p:spPr>
            <a:xfrm>
              <a:off x="1828196" y="2702596"/>
              <a:ext cx="745800" cy="371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 sz="1000" b="1">
                  <a:latin typeface="Roboto"/>
                  <a:ea typeface="Roboto"/>
                  <a:cs typeface="Roboto"/>
                  <a:sym typeface="Roboto"/>
                </a:rPr>
                <a:t>Sep 2025</a:t>
              </a:r>
              <a:endParaRPr sz="1200" b="1">
                <a:latin typeface="Roboto"/>
                <a:ea typeface="Roboto"/>
                <a:cs typeface="Roboto"/>
                <a:sym typeface="Roboto"/>
              </a:endParaRPr>
            </a:p>
          </p:txBody>
        </p:sp>
        <p:sp>
          <p:nvSpPr>
            <p:cNvPr id="530" name="Google Shape;530;p54"/>
            <p:cNvSpPr txBox="1"/>
            <p:nvPr/>
          </p:nvSpPr>
          <p:spPr>
            <a:xfrm>
              <a:off x="1741825" y="3491301"/>
              <a:ext cx="1412400" cy="359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 sz="1000" b="1">
                  <a:latin typeface="Roboto"/>
                  <a:ea typeface="Roboto"/>
                  <a:cs typeface="Roboto"/>
                  <a:sym typeface="Roboto"/>
                </a:rPr>
                <a:t>Data Collection</a:t>
              </a:r>
              <a:endParaRPr sz="800" b="1">
                <a:latin typeface="Roboto"/>
                <a:ea typeface="Roboto"/>
                <a:cs typeface="Roboto"/>
                <a:sym typeface="Roboto"/>
              </a:endParaRPr>
            </a:p>
          </p:txBody>
        </p:sp>
        <p:grpSp>
          <p:nvGrpSpPr>
            <p:cNvPr id="531" name="Google Shape;531;p54"/>
            <p:cNvGrpSpPr/>
            <p:nvPr/>
          </p:nvGrpSpPr>
          <p:grpSpPr>
            <a:xfrm rot="10800000">
              <a:off x="2149293" y="3079467"/>
              <a:ext cx="92400" cy="411825"/>
              <a:chOff x="2072481" y="2563700"/>
              <a:chExt cx="92400" cy="411825"/>
            </a:xfrm>
          </p:grpSpPr>
          <p:cxnSp>
            <p:nvCxnSpPr>
              <p:cNvPr id="532" name="Google Shape;532;p54"/>
              <p:cNvCxnSpPr/>
              <p:nvPr/>
            </p:nvCxnSpPr>
            <p:spPr>
              <a:xfrm>
                <a:off x="2118681" y="2616125"/>
                <a:ext cx="0" cy="359400"/>
              </a:xfrm>
              <a:prstGeom prst="straightConnector1">
                <a:avLst/>
              </a:prstGeom>
              <a:noFill/>
              <a:ln w="9525" cap="flat" cmpd="sng">
                <a:solidFill>
                  <a:srgbClr val="000000"/>
                </a:solidFill>
                <a:prstDash val="solid"/>
                <a:round/>
                <a:headEnd type="none" w="sm" len="sm"/>
                <a:tailEnd type="none" w="sm" len="sm"/>
              </a:ln>
            </p:spPr>
          </p:cxnSp>
          <p:sp>
            <p:nvSpPr>
              <p:cNvPr id="533" name="Google Shape;533;p54"/>
              <p:cNvSpPr/>
              <p:nvPr/>
            </p:nvSpPr>
            <p:spPr>
              <a:xfrm>
                <a:off x="2072481" y="2563700"/>
                <a:ext cx="92400" cy="92400"/>
              </a:xfrm>
              <a:prstGeom prst="ellipse">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34" name="Google Shape;534;p54"/>
          <p:cNvGrpSpPr/>
          <p:nvPr/>
        </p:nvGrpSpPr>
        <p:grpSpPr>
          <a:xfrm>
            <a:off x="3154224" y="2388500"/>
            <a:ext cx="1626293" cy="1199500"/>
            <a:chOff x="3154224" y="2388500"/>
            <a:chExt cx="1626293" cy="1199500"/>
          </a:xfrm>
        </p:grpSpPr>
        <p:sp>
          <p:nvSpPr>
            <p:cNvPr id="535" name="Google Shape;535;p54"/>
            <p:cNvSpPr/>
            <p:nvPr/>
          </p:nvSpPr>
          <p:spPr>
            <a:xfrm>
              <a:off x="3485717" y="3079475"/>
              <a:ext cx="1294800" cy="133500"/>
            </a:xfrm>
            <a:prstGeom prst="rect">
              <a:avLst/>
            </a:prstGeom>
            <a:solidFill>
              <a:srgbClr val="CFD7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54"/>
            <p:cNvSpPr txBox="1"/>
            <p:nvPr/>
          </p:nvSpPr>
          <p:spPr>
            <a:xfrm>
              <a:off x="3154224" y="3216600"/>
              <a:ext cx="804600" cy="371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 sz="1000" b="1">
                  <a:latin typeface="Roboto"/>
                  <a:ea typeface="Roboto"/>
                  <a:cs typeface="Roboto"/>
                  <a:sym typeface="Roboto"/>
                </a:rPr>
                <a:t>Nov 2025</a:t>
              </a:r>
              <a:endParaRPr sz="1200" b="1">
                <a:latin typeface="Roboto"/>
                <a:ea typeface="Roboto"/>
                <a:cs typeface="Roboto"/>
                <a:sym typeface="Roboto"/>
              </a:endParaRPr>
            </a:p>
          </p:txBody>
        </p:sp>
        <p:sp>
          <p:nvSpPr>
            <p:cNvPr id="537" name="Google Shape;537;p54"/>
            <p:cNvSpPr txBox="1"/>
            <p:nvPr/>
          </p:nvSpPr>
          <p:spPr>
            <a:xfrm>
              <a:off x="3155538" y="2388500"/>
              <a:ext cx="1587600" cy="4593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 sz="1000" b="1">
                  <a:latin typeface="Roboto"/>
                  <a:ea typeface="Roboto"/>
                  <a:cs typeface="Roboto"/>
                  <a:sym typeface="Roboto"/>
                </a:rPr>
                <a:t>Implementing Classical Baseline</a:t>
              </a:r>
              <a:endParaRPr sz="800" b="1">
                <a:latin typeface="Roboto"/>
                <a:ea typeface="Roboto"/>
                <a:cs typeface="Roboto"/>
                <a:sym typeface="Roboto"/>
              </a:endParaRPr>
            </a:p>
          </p:txBody>
        </p:sp>
        <p:grpSp>
          <p:nvGrpSpPr>
            <p:cNvPr id="538" name="Google Shape;538;p54"/>
            <p:cNvGrpSpPr/>
            <p:nvPr/>
          </p:nvGrpSpPr>
          <p:grpSpPr>
            <a:xfrm>
              <a:off x="3435870" y="2800065"/>
              <a:ext cx="92400" cy="411825"/>
              <a:chOff x="845575" y="2563700"/>
              <a:chExt cx="92400" cy="411825"/>
            </a:xfrm>
          </p:grpSpPr>
          <p:sp>
            <p:nvSpPr>
              <p:cNvPr id="539" name="Google Shape;539;p54"/>
              <p:cNvSpPr/>
              <p:nvPr/>
            </p:nvSpPr>
            <p:spPr>
              <a:xfrm>
                <a:off x="845575" y="2563700"/>
                <a:ext cx="92400" cy="92400"/>
              </a:xfrm>
              <a:prstGeom prst="ellipse">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0" name="Google Shape;540;p54"/>
              <p:cNvCxnSpPr/>
              <p:nvPr/>
            </p:nvCxnSpPr>
            <p:spPr>
              <a:xfrm>
                <a:off x="891775" y="2616125"/>
                <a:ext cx="0" cy="359400"/>
              </a:xfrm>
              <a:prstGeom prst="straightConnector1">
                <a:avLst/>
              </a:prstGeom>
              <a:noFill/>
              <a:ln w="9525" cap="flat" cmpd="sng">
                <a:solidFill>
                  <a:srgbClr val="000000"/>
                </a:solidFill>
                <a:prstDash val="solid"/>
                <a:round/>
                <a:headEnd type="none" w="sm" len="sm"/>
                <a:tailEnd type="none" w="sm" len="sm"/>
              </a:ln>
            </p:spPr>
          </p:cxnSp>
        </p:grpSp>
      </p:grpSp>
      <p:grpSp>
        <p:nvGrpSpPr>
          <p:cNvPr id="541" name="Google Shape;541;p54"/>
          <p:cNvGrpSpPr/>
          <p:nvPr/>
        </p:nvGrpSpPr>
        <p:grpSpPr>
          <a:xfrm>
            <a:off x="4413187" y="2702596"/>
            <a:ext cx="1662034" cy="1244705"/>
            <a:chOff x="4413187" y="2702596"/>
            <a:chExt cx="1662034" cy="1244705"/>
          </a:xfrm>
        </p:grpSpPr>
        <p:sp>
          <p:nvSpPr>
            <p:cNvPr id="542" name="Google Shape;542;p54"/>
            <p:cNvSpPr/>
            <p:nvPr/>
          </p:nvSpPr>
          <p:spPr>
            <a:xfrm>
              <a:off x="4780421" y="3079475"/>
              <a:ext cx="1294800" cy="133500"/>
            </a:xfrm>
            <a:prstGeom prst="rect">
              <a:avLst/>
            </a:prstGeom>
            <a:solidFill>
              <a:srgbClr val="8E7C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3" name="Google Shape;543;p54"/>
            <p:cNvGrpSpPr/>
            <p:nvPr/>
          </p:nvGrpSpPr>
          <p:grpSpPr>
            <a:xfrm rot="10800000">
              <a:off x="4737413" y="3079467"/>
              <a:ext cx="92400" cy="411825"/>
              <a:chOff x="2070100" y="2563700"/>
              <a:chExt cx="92400" cy="411825"/>
            </a:xfrm>
          </p:grpSpPr>
          <p:cxnSp>
            <p:nvCxnSpPr>
              <p:cNvPr id="544" name="Google Shape;544;p54"/>
              <p:cNvCxnSpPr/>
              <p:nvPr/>
            </p:nvCxnSpPr>
            <p:spPr>
              <a:xfrm>
                <a:off x="2116300" y="2616125"/>
                <a:ext cx="0" cy="359400"/>
              </a:xfrm>
              <a:prstGeom prst="straightConnector1">
                <a:avLst/>
              </a:prstGeom>
              <a:noFill/>
              <a:ln w="9525" cap="flat" cmpd="sng">
                <a:solidFill>
                  <a:srgbClr val="000000"/>
                </a:solidFill>
                <a:prstDash val="solid"/>
                <a:round/>
                <a:headEnd type="none" w="sm" len="sm"/>
                <a:tailEnd type="none" w="sm" len="sm"/>
              </a:ln>
            </p:spPr>
          </p:cxnSp>
          <p:sp>
            <p:nvSpPr>
              <p:cNvPr id="545" name="Google Shape;545;p54"/>
              <p:cNvSpPr/>
              <p:nvPr/>
            </p:nvSpPr>
            <p:spPr>
              <a:xfrm>
                <a:off x="2070100" y="2563700"/>
                <a:ext cx="92400" cy="92400"/>
              </a:xfrm>
              <a:prstGeom prst="ellipse">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6" name="Google Shape;546;p54"/>
            <p:cNvSpPr txBox="1"/>
            <p:nvPr/>
          </p:nvSpPr>
          <p:spPr>
            <a:xfrm>
              <a:off x="4413187" y="2702596"/>
              <a:ext cx="745800" cy="371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 sz="1000" b="1">
                  <a:latin typeface="Roboto"/>
                  <a:ea typeface="Roboto"/>
                  <a:cs typeface="Roboto"/>
                  <a:sym typeface="Roboto"/>
                </a:rPr>
                <a:t>Jan 2026</a:t>
              </a:r>
              <a:endParaRPr sz="1200" b="1">
                <a:latin typeface="Roboto"/>
                <a:ea typeface="Roboto"/>
                <a:cs typeface="Roboto"/>
                <a:sym typeface="Roboto"/>
              </a:endParaRPr>
            </a:p>
          </p:txBody>
        </p:sp>
        <p:sp>
          <p:nvSpPr>
            <p:cNvPr id="547" name="Google Shape;547;p54"/>
            <p:cNvSpPr txBox="1"/>
            <p:nvPr/>
          </p:nvSpPr>
          <p:spPr>
            <a:xfrm>
              <a:off x="4487562" y="3491301"/>
              <a:ext cx="1514700" cy="456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 sz="1000" b="1">
                  <a:latin typeface="Roboto"/>
                  <a:ea typeface="Roboto"/>
                  <a:cs typeface="Roboto"/>
                  <a:sym typeface="Roboto"/>
                </a:rPr>
                <a:t>Implementing Hybrid Model</a:t>
              </a:r>
              <a:endParaRPr sz="800" b="1">
                <a:latin typeface="Roboto"/>
                <a:ea typeface="Roboto"/>
                <a:cs typeface="Roboto"/>
                <a:sym typeface="Roboto"/>
              </a:endParaRPr>
            </a:p>
          </p:txBody>
        </p:sp>
      </p:grpSp>
      <p:grpSp>
        <p:nvGrpSpPr>
          <p:cNvPr id="548" name="Google Shape;548;p54"/>
          <p:cNvGrpSpPr/>
          <p:nvPr/>
        </p:nvGrpSpPr>
        <p:grpSpPr>
          <a:xfrm>
            <a:off x="5626938" y="2414850"/>
            <a:ext cx="1742988" cy="1173150"/>
            <a:chOff x="5626938" y="2414850"/>
            <a:chExt cx="1742988" cy="1173150"/>
          </a:xfrm>
        </p:grpSpPr>
        <p:sp>
          <p:nvSpPr>
            <p:cNvPr id="549" name="Google Shape;549;p54"/>
            <p:cNvSpPr/>
            <p:nvPr/>
          </p:nvSpPr>
          <p:spPr>
            <a:xfrm>
              <a:off x="6075125" y="3079475"/>
              <a:ext cx="1294800" cy="133500"/>
            </a:xfrm>
            <a:prstGeom prst="rect">
              <a:avLst/>
            </a:prstGeom>
            <a:solidFill>
              <a:srgbClr val="CFD7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0" name="Google Shape;550;p54"/>
            <p:cNvGrpSpPr/>
            <p:nvPr/>
          </p:nvGrpSpPr>
          <p:grpSpPr>
            <a:xfrm>
              <a:off x="6031394" y="2800065"/>
              <a:ext cx="92400" cy="411825"/>
              <a:chOff x="845575" y="2563700"/>
              <a:chExt cx="92400" cy="411825"/>
            </a:xfrm>
          </p:grpSpPr>
          <p:cxnSp>
            <p:nvCxnSpPr>
              <p:cNvPr id="551" name="Google Shape;551;p54"/>
              <p:cNvCxnSpPr/>
              <p:nvPr/>
            </p:nvCxnSpPr>
            <p:spPr>
              <a:xfrm>
                <a:off x="891775" y="2616125"/>
                <a:ext cx="0" cy="359400"/>
              </a:xfrm>
              <a:prstGeom prst="straightConnector1">
                <a:avLst/>
              </a:prstGeom>
              <a:noFill/>
              <a:ln w="9525" cap="flat" cmpd="sng">
                <a:solidFill>
                  <a:srgbClr val="000000"/>
                </a:solidFill>
                <a:prstDash val="solid"/>
                <a:round/>
                <a:headEnd type="none" w="sm" len="sm"/>
                <a:tailEnd type="none" w="sm" len="sm"/>
              </a:ln>
            </p:spPr>
          </p:cxnSp>
          <p:sp>
            <p:nvSpPr>
              <p:cNvPr id="552" name="Google Shape;552;p54"/>
              <p:cNvSpPr/>
              <p:nvPr/>
            </p:nvSpPr>
            <p:spPr>
              <a:xfrm>
                <a:off x="845575" y="2563700"/>
                <a:ext cx="92400" cy="92400"/>
              </a:xfrm>
              <a:prstGeom prst="ellipse">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3" name="Google Shape;553;p54"/>
            <p:cNvSpPr txBox="1"/>
            <p:nvPr/>
          </p:nvSpPr>
          <p:spPr>
            <a:xfrm>
              <a:off x="5707757" y="3216600"/>
              <a:ext cx="745800" cy="371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 sz="1000" b="1">
                  <a:latin typeface="Roboto"/>
                  <a:ea typeface="Roboto"/>
                  <a:cs typeface="Roboto"/>
                  <a:sym typeface="Roboto"/>
                </a:rPr>
                <a:t>Feb 2026</a:t>
              </a:r>
              <a:endParaRPr sz="1200" b="1">
                <a:latin typeface="Roboto"/>
                <a:ea typeface="Roboto"/>
                <a:cs typeface="Roboto"/>
                <a:sym typeface="Roboto"/>
              </a:endParaRPr>
            </a:p>
          </p:txBody>
        </p:sp>
        <p:sp>
          <p:nvSpPr>
            <p:cNvPr id="554" name="Google Shape;554;p54"/>
            <p:cNvSpPr txBox="1"/>
            <p:nvPr/>
          </p:nvSpPr>
          <p:spPr>
            <a:xfrm>
              <a:off x="5626938" y="2414850"/>
              <a:ext cx="1626300" cy="313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 sz="1000" b="1">
                  <a:latin typeface="Roboto"/>
                  <a:ea typeface="Roboto"/>
                  <a:cs typeface="Roboto"/>
                  <a:sym typeface="Roboto"/>
                </a:rPr>
                <a:t>Model Optimization</a:t>
              </a:r>
              <a:endParaRPr sz="800" b="1">
                <a:latin typeface="Roboto"/>
                <a:ea typeface="Roboto"/>
                <a:cs typeface="Roboto"/>
                <a:sym typeface="Roboto"/>
              </a:endParaRPr>
            </a:p>
          </p:txBody>
        </p:sp>
      </p:grpSp>
      <p:grpSp>
        <p:nvGrpSpPr>
          <p:cNvPr id="555" name="Google Shape;555;p54"/>
          <p:cNvGrpSpPr/>
          <p:nvPr/>
        </p:nvGrpSpPr>
        <p:grpSpPr>
          <a:xfrm>
            <a:off x="6836125" y="2702596"/>
            <a:ext cx="2310312" cy="1244705"/>
            <a:chOff x="6836125" y="2702596"/>
            <a:chExt cx="2310312" cy="1244705"/>
          </a:xfrm>
        </p:grpSpPr>
        <p:sp>
          <p:nvSpPr>
            <p:cNvPr id="556" name="Google Shape;556;p54"/>
            <p:cNvSpPr/>
            <p:nvPr/>
          </p:nvSpPr>
          <p:spPr>
            <a:xfrm>
              <a:off x="7369837" y="3079475"/>
              <a:ext cx="1776600" cy="133500"/>
            </a:xfrm>
            <a:prstGeom prst="rect">
              <a:avLst/>
            </a:prstGeom>
            <a:solidFill>
              <a:srgbClr val="8E7C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7" name="Google Shape;557;p54"/>
            <p:cNvGrpSpPr/>
            <p:nvPr/>
          </p:nvGrpSpPr>
          <p:grpSpPr>
            <a:xfrm rot="10800000">
              <a:off x="7328221" y="3079467"/>
              <a:ext cx="92400" cy="411825"/>
              <a:chOff x="2070100" y="2563700"/>
              <a:chExt cx="92400" cy="411825"/>
            </a:xfrm>
          </p:grpSpPr>
          <p:cxnSp>
            <p:nvCxnSpPr>
              <p:cNvPr id="558" name="Google Shape;558;p54"/>
              <p:cNvCxnSpPr/>
              <p:nvPr/>
            </p:nvCxnSpPr>
            <p:spPr>
              <a:xfrm>
                <a:off x="2116300" y="2616125"/>
                <a:ext cx="0" cy="359400"/>
              </a:xfrm>
              <a:prstGeom prst="straightConnector1">
                <a:avLst/>
              </a:prstGeom>
              <a:noFill/>
              <a:ln w="9525" cap="flat" cmpd="sng">
                <a:solidFill>
                  <a:srgbClr val="000000"/>
                </a:solidFill>
                <a:prstDash val="solid"/>
                <a:round/>
                <a:headEnd type="none" w="sm" len="sm"/>
                <a:tailEnd type="none" w="sm" len="sm"/>
              </a:ln>
            </p:spPr>
          </p:cxnSp>
          <p:sp>
            <p:nvSpPr>
              <p:cNvPr id="559" name="Google Shape;559;p54"/>
              <p:cNvSpPr/>
              <p:nvPr/>
            </p:nvSpPr>
            <p:spPr>
              <a:xfrm>
                <a:off x="2070100" y="2563700"/>
                <a:ext cx="92400" cy="92400"/>
              </a:xfrm>
              <a:prstGeom prst="ellipse">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0" name="Google Shape;560;p54"/>
            <p:cNvSpPr txBox="1"/>
            <p:nvPr/>
          </p:nvSpPr>
          <p:spPr>
            <a:xfrm>
              <a:off x="7003996" y="2702596"/>
              <a:ext cx="745800" cy="371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 sz="1000" b="1">
                  <a:latin typeface="Roboto"/>
                  <a:ea typeface="Roboto"/>
                  <a:cs typeface="Roboto"/>
                  <a:sym typeface="Roboto"/>
                </a:rPr>
                <a:t>Mar 2026</a:t>
              </a:r>
              <a:endParaRPr sz="1200" b="1">
                <a:latin typeface="Roboto"/>
                <a:ea typeface="Roboto"/>
                <a:cs typeface="Roboto"/>
                <a:sym typeface="Roboto"/>
              </a:endParaRPr>
            </a:p>
          </p:txBody>
        </p:sp>
        <p:sp>
          <p:nvSpPr>
            <p:cNvPr id="561" name="Google Shape;561;p54"/>
            <p:cNvSpPr txBox="1"/>
            <p:nvPr/>
          </p:nvSpPr>
          <p:spPr>
            <a:xfrm>
              <a:off x="6836125" y="3503001"/>
              <a:ext cx="1626300" cy="4443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 sz="1000" b="1">
                  <a:latin typeface="Roboto"/>
                  <a:ea typeface="Roboto"/>
                  <a:cs typeface="Roboto"/>
                  <a:sym typeface="Roboto"/>
                </a:rPr>
                <a:t>Benchmarking and Final Analysis</a:t>
              </a:r>
              <a:endParaRPr sz="800" b="1">
                <a:latin typeface="Roboto"/>
                <a:ea typeface="Roboto"/>
                <a:cs typeface="Roboto"/>
                <a:sym typeface="Roboto"/>
              </a:endParaRPr>
            </a:p>
          </p:txBody>
        </p:sp>
      </p:grpSp>
      <p:sp>
        <p:nvSpPr>
          <p:cNvPr id="562" name="Google Shape;562;p5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000"/>
              <a:t>25</a:t>
            </a:fld>
            <a:endParaRPr sz="4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7" name="Google Shape;567;p55"/>
          <p:cNvSpPr txBox="1"/>
          <p:nvPr/>
        </p:nvSpPr>
        <p:spPr>
          <a:xfrm>
            <a:off x="784500" y="1114350"/>
            <a:ext cx="7575000" cy="34836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A review of current literature indicates that emergent QNLP architectures, while promising, often lack rigorous benchmarking against state-of-the-art classical models, and a consensus on optimal architectural and encoding strategies is yet to be established.</a:t>
            </a:r>
            <a:endParaRPr>
              <a:solidFill>
                <a:schemeClr val="dk1"/>
              </a:solidFill>
              <a:latin typeface="Hanken Grotesk"/>
              <a:ea typeface="Hanken Grotesk"/>
              <a:cs typeface="Hanken Grotesk"/>
              <a:sym typeface="Hanken Grotesk"/>
            </a:endParaRPr>
          </a:p>
          <a:p>
            <a:pPr marL="457200" lvl="0" indent="0" algn="l" rtl="0">
              <a:spcBef>
                <a:spcPts val="0"/>
              </a:spcBef>
              <a:spcAft>
                <a:spcPts val="0"/>
              </a:spcAft>
              <a:buNone/>
            </a:pPr>
            <a:endParaRPr>
              <a:solidFill>
                <a:schemeClr val="dk1"/>
              </a:solidFill>
              <a:latin typeface="Hanken Grotesk"/>
              <a:ea typeface="Hanken Grotesk"/>
              <a:cs typeface="Hanken Grotesk"/>
              <a:sym typeface="Hanken Grotesk"/>
            </a:endParaRPr>
          </a:p>
          <a:p>
            <a:pPr marL="4572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This study addresses these gaps by proposing a novel, parameter-efficient Quantum Recurrent Neural Network (QRNN) architecture specifically designed for sentiment analysis.</a:t>
            </a:r>
            <a:endParaRPr>
              <a:solidFill>
                <a:schemeClr val="dk1"/>
              </a:solidFill>
              <a:latin typeface="Hanken Grotesk"/>
              <a:ea typeface="Hanken Grotesk"/>
              <a:cs typeface="Hanken Grotesk"/>
              <a:sym typeface="Hanken Grotesk"/>
            </a:endParaRPr>
          </a:p>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a:p>
            <a:pPr marL="457200" lvl="0" indent="-317500" algn="l" rtl="0">
              <a:spcBef>
                <a:spcPts val="0"/>
              </a:spcBef>
              <a:spcAft>
                <a:spcPts val="0"/>
              </a:spcAft>
              <a:buClr>
                <a:schemeClr val="dk1"/>
              </a:buClr>
              <a:buSzPts val="1400"/>
              <a:buFont typeface="Hanken Grotesk"/>
              <a:buChar char="➔"/>
            </a:pPr>
            <a:r>
              <a:rPr lang="en">
                <a:solidFill>
                  <a:schemeClr val="dk1"/>
                </a:solidFill>
                <a:latin typeface="Hanken Grotesk"/>
                <a:ea typeface="Hanken Grotesk"/>
                <a:cs typeface="Hanken Grotesk"/>
                <a:sym typeface="Hanken Grotesk"/>
              </a:rPr>
              <a:t>Ultimately, this research will provide a critical empirical evaluation of the trade-off between on-task performance and parameter efficiency, contributing to a clearer understanding of the practical viability of quantum architectures for NLP.</a:t>
            </a:r>
            <a:endParaRPr>
              <a:solidFill>
                <a:schemeClr val="dk1"/>
              </a:solidFill>
              <a:latin typeface="Hanken Grotesk"/>
              <a:ea typeface="Hanken Grotesk"/>
              <a:cs typeface="Hanken Grotesk"/>
              <a:sym typeface="Hanken Grotesk"/>
            </a:endParaRPr>
          </a:p>
        </p:txBody>
      </p:sp>
      <p:sp>
        <p:nvSpPr>
          <p:cNvPr id="568" name="Google Shape;568;p55"/>
          <p:cNvSpPr txBox="1">
            <a:spLocks noGrp="1"/>
          </p:cNvSpPr>
          <p:nvPr>
            <p:ph type="title"/>
          </p:nvPr>
        </p:nvSpPr>
        <p:spPr>
          <a:xfrm>
            <a:off x="733300" y="605550"/>
            <a:ext cx="5067600" cy="508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en" sz="2600"/>
              <a:t>Conclusion </a:t>
            </a:r>
            <a:endParaRPr sz="2600"/>
          </a:p>
        </p:txBody>
      </p:sp>
      <p:sp>
        <p:nvSpPr>
          <p:cNvPr id="569" name="Google Shape;569;p5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000"/>
              <a:t>26</a:t>
            </a:fld>
            <a:endParaRPr sz="10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56"/>
          <p:cNvSpPr txBox="1"/>
          <p:nvPr/>
        </p:nvSpPr>
        <p:spPr>
          <a:xfrm>
            <a:off x="784500" y="1114350"/>
            <a:ext cx="7575000" cy="348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dirty="0">
                <a:solidFill>
                  <a:schemeClr val="dk1"/>
                </a:solidFill>
                <a:latin typeface="Hanken Grotesk"/>
                <a:ea typeface="Hanken Grotesk"/>
                <a:cs typeface="Hanken Grotesk"/>
                <a:sym typeface="Hanken Grotesk"/>
              </a:rPr>
              <a:t>[1]</a:t>
            </a:r>
            <a:r>
              <a:rPr lang="en" sz="1100" dirty="0">
                <a:solidFill>
                  <a:schemeClr val="dk1"/>
                </a:solidFill>
                <a:latin typeface="Hanken Grotesk"/>
                <a:ea typeface="Hanken Grotesk"/>
                <a:cs typeface="Hanken Grotesk"/>
                <a:sym typeface="Hanken Grotesk"/>
              </a:rPr>
              <a:t> </a:t>
            </a:r>
            <a:r>
              <a:rPr lang="en" sz="1100" dirty="0">
                <a:solidFill>
                  <a:schemeClr val="dk1"/>
                </a:solidFill>
                <a:latin typeface="Hanken Grotesk Medium"/>
                <a:ea typeface="Hanken Grotesk Medium"/>
                <a:cs typeface="Hanken Grotesk Medium"/>
                <a:sym typeface="Hanken Grotesk Medium"/>
              </a:rPr>
              <a:t>M. A. Nielsen and I. L. Chuang, Quantum computation and quantum information. Cambridge university press, 2010</a:t>
            </a:r>
            <a:endParaRPr sz="1100" dirty="0">
              <a:solidFill>
                <a:schemeClr val="dk1"/>
              </a:solidFill>
              <a:latin typeface="Hanken Grotesk Medium"/>
              <a:ea typeface="Hanken Grotesk Medium"/>
              <a:cs typeface="Hanken Grotesk Medium"/>
              <a:sym typeface="Hanken Grotesk Medium"/>
            </a:endParaRPr>
          </a:p>
          <a:p>
            <a:pPr marL="0" lvl="0" indent="0" algn="l" rtl="0">
              <a:spcBef>
                <a:spcPts val="0"/>
              </a:spcBef>
              <a:spcAft>
                <a:spcPts val="0"/>
              </a:spcAft>
              <a:buNone/>
            </a:pPr>
            <a:endParaRPr sz="1100" dirty="0">
              <a:solidFill>
                <a:schemeClr val="dk1"/>
              </a:solidFill>
              <a:latin typeface="Hanken Grotesk"/>
              <a:ea typeface="Hanken Grotesk"/>
              <a:cs typeface="Hanken Grotesk"/>
              <a:sym typeface="Hanken Grotesk"/>
            </a:endParaRPr>
          </a:p>
          <a:p>
            <a:pPr marL="0" lvl="0" indent="0" algn="l" rtl="0">
              <a:spcBef>
                <a:spcPts val="0"/>
              </a:spcBef>
              <a:spcAft>
                <a:spcPts val="0"/>
              </a:spcAft>
              <a:buNone/>
            </a:pPr>
            <a:r>
              <a:rPr lang="en" sz="1100" b="1" dirty="0">
                <a:solidFill>
                  <a:schemeClr val="dk1"/>
                </a:solidFill>
                <a:latin typeface="Hanken Grotesk"/>
                <a:ea typeface="Hanken Grotesk"/>
                <a:cs typeface="Hanken Grotesk"/>
                <a:sym typeface="Hanken Grotesk"/>
              </a:rPr>
              <a:t>[2]</a:t>
            </a:r>
            <a:r>
              <a:rPr lang="en" sz="1100" dirty="0">
                <a:solidFill>
                  <a:schemeClr val="dk1"/>
                </a:solidFill>
                <a:latin typeface="Hanken Grotesk"/>
                <a:ea typeface="Hanken Grotesk"/>
                <a:cs typeface="Hanken Grotesk"/>
                <a:sym typeface="Hanken Grotesk"/>
              </a:rPr>
              <a:t> </a:t>
            </a:r>
            <a:r>
              <a:rPr lang="en" sz="1100" dirty="0">
                <a:solidFill>
                  <a:schemeClr val="dk1"/>
                </a:solidFill>
                <a:latin typeface="Hanken Grotesk Medium"/>
                <a:ea typeface="Hanken Grotesk Medium"/>
                <a:cs typeface="Hanken Grotesk Medium"/>
                <a:sym typeface="Hanken Grotesk Medium"/>
              </a:rPr>
              <a:t>T. M. Khan and A. Robles-Kelly, “Machine learning: Quantum vs classical,” IEEE Access, vol. 8, pp. 219275–219294,   </a:t>
            </a:r>
            <a:br>
              <a:rPr lang="en" sz="1100" dirty="0">
                <a:solidFill>
                  <a:schemeClr val="dk1"/>
                </a:solidFill>
                <a:latin typeface="Hanken Grotesk Medium"/>
                <a:ea typeface="Hanken Grotesk Medium"/>
                <a:cs typeface="Hanken Grotesk Medium"/>
                <a:sym typeface="Hanken Grotesk Medium"/>
              </a:rPr>
            </a:br>
            <a:r>
              <a:rPr lang="en" sz="1100" dirty="0">
                <a:solidFill>
                  <a:schemeClr val="dk1"/>
                </a:solidFill>
                <a:latin typeface="Hanken Grotesk Medium"/>
                <a:ea typeface="Hanken Grotesk Medium"/>
                <a:cs typeface="Hanken Grotesk Medium"/>
                <a:sym typeface="Hanken Grotesk Medium"/>
              </a:rPr>
              <a:t>     2020.</a:t>
            </a:r>
            <a:endParaRPr sz="1100" dirty="0">
              <a:solidFill>
                <a:schemeClr val="dk1"/>
              </a:solidFill>
              <a:latin typeface="Hanken Grotesk Medium"/>
              <a:ea typeface="Hanken Grotesk Medium"/>
              <a:cs typeface="Hanken Grotesk Medium"/>
              <a:sym typeface="Hanken Grotesk Medium"/>
            </a:endParaRPr>
          </a:p>
          <a:p>
            <a:pPr marL="0" lvl="0" indent="0" algn="l" rtl="0">
              <a:spcBef>
                <a:spcPts val="0"/>
              </a:spcBef>
              <a:spcAft>
                <a:spcPts val="0"/>
              </a:spcAft>
              <a:buNone/>
            </a:pPr>
            <a:endParaRPr sz="1100" dirty="0">
              <a:solidFill>
                <a:schemeClr val="dk1"/>
              </a:solidFill>
              <a:latin typeface="Hanken Grotesk"/>
              <a:ea typeface="Hanken Grotesk"/>
              <a:cs typeface="Hanken Grotesk"/>
              <a:sym typeface="Hanken Grotesk"/>
            </a:endParaRPr>
          </a:p>
          <a:p>
            <a:pPr marL="0" lvl="0" indent="0" algn="l" rtl="0">
              <a:spcBef>
                <a:spcPts val="0"/>
              </a:spcBef>
              <a:spcAft>
                <a:spcPts val="0"/>
              </a:spcAft>
              <a:buNone/>
            </a:pPr>
            <a:r>
              <a:rPr lang="en" sz="1100" b="1" dirty="0">
                <a:solidFill>
                  <a:schemeClr val="dk1"/>
                </a:solidFill>
                <a:latin typeface="Hanken Grotesk"/>
                <a:ea typeface="Hanken Grotesk"/>
                <a:cs typeface="Hanken Grotesk"/>
                <a:sym typeface="Hanken Grotesk"/>
              </a:rPr>
              <a:t>[3] </a:t>
            </a:r>
            <a:r>
              <a:rPr lang="en" sz="1100" dirty="0">
                <a:latin typeface="Hanken Grotesk"/>
                <a:ea typeface="Hanken Grotesk"/>
                <a:cs typeface="Hanken Grotesk"/>
                <a:sym typeface="Hanken Grotesk"/>
              </a:rPr>
              <a:t>A. K. M. Masum, A. Maurya, D. S. Murthy, and N. Mahmud, "Hybrid quantum-classical machine learning for sentiment      </a:t>
            </a:r>
            <a:br>
              <a:rPr lang="en" sz="1100" dirty="0">
                <a:latin typeface="Hanken Grotesk"/>
                <a:ea typeface="Hanken Grotesk"/>
                <a:cs typeface="Hanken Grotesk"/>
                <a:sym typeface="Hanken Grotesk"/>
              </a:rPr>
            </a:br>
            <a:r>
              <a:rPr lang="en" sz="1100" dirty="0">
                <a:latin typeface="Hanken Grotesk"/>
                <a:ea typeface="Hanken Grotesk"/>
                <a:cs typeface="Hanken Grotesk"/>
                <a:sym typeface="Hanken Grotesk"/>
              </a:rPr>
              <a:t>     analysis," in 2023 International Conference on Machine Learning and Applications (ICMLA), 2023.</a:t>
            </a:r>
            <a:endParaRPr sz="1100" dirty="0">
              <a:latin typeface="Hanken Grotesk"/>
              <a:ea typeface="Hanken Grotesk"/>
              <a:cs typeface="Hanken Grotesk"/>
              <a:sym typeface="Hanken Grotesk"/>
            </a:endParaRPr>
          </a:p>
          <a:p>
            <a:pPr marL="0" lvl="0" indent="0" algn="l" rtl="0">
              <a:spcBef>
                <a:spcPts val="0"/>
              </a:spcBef>
              <a:spcAft>
                <a:spcPts val="0"/>
              </a:spcAft>
              <a:buNone/>
            </a:pPr>
            <a:endParaRPr sz="1100" dirty="0">
              <a:latin typeface="Hanken Grotesk"/>
              <a:ea typeface="Hanken Grotesk"/>
              <a:cs typeface="Hanken Grotesk"/>
              <a:sym typeface="Hanken Grotesk"/>
            </a:endParaRPr>
          </a:p>
          <a:p>
            <a:pPr marL="0" lvl="0" indent="0" algn="l" rtl="0">
              <a:spcBef>
                <a:spcPts val="0"/>
              </a:spcBef>
              <a:spcAft>
                <a:spcPts val="0"/>
              </a:spcAft>
              <a:buNone/>
            </a:pPr>
            <a:r>
              <a:rPr lang="en" sz="1100" b="1" dirty="0">
                <a:solidFill>
                  <a:schemeClr val="dk1"/>
                </a:solidFill>
                <a:latin typeface="Hanken Grotesk"/>
                <a:ea typeface="Hanken Grotesk"/>
                <a:cs typeface="Hanken Grotesk"/>
                <a:sym typeface="Hanken Grotesk"/>
              </a:rPr>
              <a:t>[4]</a:t>
            </a:r>
            <a:r>
              <a:rPr lang="en" sz="1100" dirty="0">
                <a:solidFill>
                  <a:schemeClr val="dk1"/>
                </a:solidFill>
                <a:latin typeface="Hanken Grotesk"/>
                <a:ea typeface="Hanken Grotesk"/>
                <a:cs typeface="Hanken Grotesk"/>
                <a:sym typeface="Hanken Grotesk"/>
              </a:rPr>
              <a:t> </a:t>
            </a:r>
            <a:r>
              <a:rPr lang="en" sz="1100" dirty="0">
                <a:latin typeface="Hanken Grotesk"/>
                <a:ea typeface="Hanken Grotesk"/>
                <a:cs typeface="Hanken Grotesk"/>
                <a:sym typeface="Hanken Grotesk"/>
              </a:rPr>
              <a:t>G. Li, X. Zhao, and X. Wang, "Quantum self-attention neural networks for text classification," Science China </a:t>
            </a:r>
            <a:br>
              <a:rPr lang="en" sz="1100" dirty="0">
                <a:latin typeface="Hanken Grotesk"/>
                <a:ea typeface="Hanken Grotesk"/>
                <a:cs typeface="Hanken Grotesk"/>
                <a:sym typeface="Hanken Grotesk"/>
              </a:rPr>
            </a:br>
            <a:r>
              <a:rPr lang="en" sz="1100" dirty="0">
                <a:latin typeface="Hanken Grotesk"/>
                <a:ea typeface="Hanken Grotesk"/>
                <a:cs typeface="Hanken Grotesk"/>
                <a:sym typeface="Hanken Grotesk"/>
              </a:rPr>
              <a:t>      Information Sciences, vol. 67, no. 4, Art. no. 142501, 2024.</a:t>
            </a:r>
            <a:endParaRPr sz="1100" dirty="0">
              <a:latin typeface="Hanken Grotesk"/>
              <a:ea typeface="Hanken Grotesk"/>
              <a:cs typeface="Hanken Grotesk"/>
              <a:sym typeface="Hanken Grotesk"/>
            </a:endParaRPr>
          </a:p>
          <a:p>
            <a:pPr marL="0" lvl="0" indent="0" algn="l" rtl="0">
              <a:spcBef>
                <a:spcPts val="0"/>
              </a:spcBef>
              <a:spcAft>
                <a:spcPts val="0"/>
              </a:spcAft>
              <a:buNone/>
            </a:pPr>
            <a:endParaRPr sz="1100" dirty="0">
              <a:latin typeface="Hanken Grotesk"/>
              <a:ea typeface="Hanken Grotesk"/>
              <a:cs typeface="Hanken Grotesk"/>
              <a:sym typeface="Hanken Grotesk"/>
            </a:endParaRPr>
          </a:p>
          <a:p>
            <a:pPr marL="0" lvl="0" indent="0" algn="l" rtl="0">
              <a:spcBef>
                <a:spcPts val="0"/>
              </a:spcBef>
              <a:spcAft>
                <a:spcPts val="0"/>
              </a:spcAft>
              <a:buNone/>
            </a:pPr>
            <a:r>
              <a:rPr lang="en" sz="1100" b="1" dirty="0">
                <a:latin typeface="Hanken Grotesk"/>
                <a:ea typeface="Hanken Grotesk"/>
                <a:cs typeface="Hanken Grotesk"/>
                <a:sym typeface="Hanken Grotesk"/>
              </a:rPr>
              <a:t>[5]</a:t>
            </a:r>
            <a:r>
              <a:rPr lang="en" sz="1100" dirty="0">
                <a:latin typeface="Hanken Grotesk"/>
                <a:ea typeface="Hanken Grotesk"/>
                <a:cs typeface="Hanken Grotesk"/>
                <a:sym typeface="Hanken Grotesk"/>
              </a:rPr>
              <a:t> R. Di Sipio, J.-H. Huang, S. Y.-C. Chen, S. Mangini, and M. Worring, “The dawn of quantum natural language </a:t>
            </a:r>
            <a:br>
              <a:rPr lang="en" sz="1100" dirty="0">
                <a:latin typeface="Hanken Grotesk"/>
                <a:ea typeface="Hanken Grotesk"/>
                <a:cs typeface="Hanken Grotesk"/>
                <a:sym typeface="Hanken Grotesk"/>
              </a:rPr>
            </a:br>
            <a:r>
              <a:rPr lang="en" sz="1100" dirty="0">
                <a:latin typeface="Hanken Grotesk"/>
                <a:ea typeface="Hanken Grotesk"/>
                <a:cs typeface="Hanken Grotesk"/>
                <a:sym typeface="Hanken Grotesk"/>
              </a:rPr>
              <a:t>     processing,” in ICASSP 2022-2022 IEEE International Conference on Acoustics, Speech and Signal Processing </a:t>
            </a:r>
            <a:br>
              <a:rPr lang="en" sz="1100" dirty="0">
                <a:latin typeface="Hanken Grotesk"/>
                <a:ea typeface="Hanken Grotesk"/>
                <a:cs typeface="Hanken Grotesk"/>
                <a:sym typeface="Hanken Grotesk"/>
              </a:rPr>
            </a:br>
            <a:r>
              <a:rPr lang="en" sz="1100" dirty="0">
                <a:latin typeface="Hanken Grotesk"/>
                <a:ea typeface="Hanken Grotesk"/>
                <a:cs typeface="Hanken Grotesk"/>
                <a:sym typeface="Hanken Grotesk"/>
              </a:rPr>
              <a:t>     (ICASSP), pp. 8612–8616, IEEE, 2022.</a:t>
            </a:r>
            <a:endParaRPr sz="1100" dirty="0">
              <a:latin typeface="Hanken Grotesk"/>
              <a:ea typeface="Hanken Grotesk"/>
              <a:cs typeface="Hanken Grotesk"/>
              <a:sym typeface="Hanken Grotesk"/>
            </a:endParaRPr>
          </a:p>
          <a:p>
            <a:pPr marL="0" lvl="0" indent="0" algn="l" rtl="0">
              <a:spcBef>
                <a:spcPts val="0"/>
              </a:spcBef>
              <a:spcAft>
                <a:spcPts val="0"/>
              </a:spcAft>
              <a:buNone/>
            </a:pPr>
            <a:endParaRPr sz="1100" dirty="0">
              <a:latin typeface="Hanken Grotesk"/>
              <a:ea typeface="Hanken Grotesk"/>
              <a:cs typeface="Hanken Grotesk"/>
              <a:sym typeface="Hanken Grotesk"/>
            </a:endParaRPr>
          </a:p>
          <a:p>
            <a:pPr marL="0" lvl="0" indent="0" algn="l" rtl="0">
              <a:spcBef>
                <a:spcPts val="0"/>
              </a:spcBef>
              <a:spcAft>
                <a:spcPts val="0"/>
              </a:spcAft>
              <a:buNone/>
            </a:pPr>
            <a:r>
              <a:rPr lang="en" sz="1100" b="1" dirty="0">
                <a:latin typeface="Hanken Grotesk"/>
                <a:ea typeface="Hanken Grotesk"/>
                <a:cs typeface="Hanken Grotesk"/>
                <a:sym typeface="Hanken Grotesk"/>
              </a:rPr>
              <a:t>[6]</a:t>
            </a:r>
            <a:r>
              <a:rPr lang="en" sz="1100" dirty="0">
                <a:latin typeface="Hanken Grotesk"/>
                <a:ea typeface="Hanken Grotesk"/>
                <a:cs typeface="Hanken Grotesk"/>
                <a:sym typeface="Hanken Grotesk"/>
              </a:rPr>
              <a:t> S. Y.-C. Chen, S. Yoo, and Y.-L. L. Fang, “Quantum long short-term memory,” in ICASSP 2022-2022 IEEE </a:t>
            </a:r>
            <a:br>
              <a:rPr lang="en" sz="1100" dirty="0">
                <a:latin typeface="Hanken Grotesk"/>
                <a:ea typeface="Hanken Grotesk"/>
                <a:cs typeface="Hanken Grotesk"/>
                <a:sym typeface="Hanken Grotesk"/>
              </a:rPr>
            </a:br>
            <a:r>
              <a:rPr lang="en" sz="1100" dirty="0">
                <a:latin typeface="Hanken Grotesk"/>
                <a:ea typeface="Hanken Grotesk"/>
                <a:cs typeface="Hanken Grotesk"/>
                <a:sym typeface="Hanken Grotesk"/>
              </a:rPr>
              <a:t>     International Conference on Acoustics, Speech and Signal Processing (ICASSP), pp. 8622–8626, IEEE, 2022.</a:t>
            </a:r>
            <a:endParaRPr sz="1100" dirty="0">
              <a:latin typeface="Hanken Grotesk"/>
              <a:ea typeface="Hanken Grotesk"/>
              <a:cs typeface="Hanken Grotesk"/>
              <a:sym typeface="Hanken Grotesk"/>
            </a:endParaRPr>
          </a:p>
          <a:p>
            <a:pPr marL="0" lvl="0" indent="0" algn="l" rtl="0">
              <a:spcBef>
                <a:spcPts val="0"/>
              </a:spcBef>
              <a:spcAft>
                <a:spcPts val="0"/>
              </a:spcAft>
              <a:buNone/>
            </a:pPr>
            <a:endParaRPr sz="1100" dirty="0">
              <a:latin typeface="Hanken Grotesk"/>
              <a:ea typeface="Hanken Grotesk"/>
              <a:cs typeface="Hanken Grotesk"/>
              <a:sym typeface="Hanken Grotesk"/>
            </a:endParaRPr>
          </a:p>
        </p:txBody>
      </p:sp>
      <p:sp>
        <p:nvSpPr>
          <p:cNvPr id="575" name="Google Shape;575;p56"/>
          <p:cNvSpPr txBox="1">
            <a:spLocks noGrp="1"/>
          </p:cNvSpPr>
          <p:nvPr>
            <p:ph type="title"/>
          </p:nvPr>
        </p:nvSpPr>
        <p:spPr>
          <a:xfrm>
            <a:off x="733300" y="605550"/>
            <a:ext cx="5067600" cy="508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en" sz="2600"/>
              <a:t>References</a:t>
            </a:r>
            <a:endParaRPr sz="2600"/>
          </a:p>
        </p:txBody>
      </p:sp>
      <p:sp>
        <p:nvSpPr>
          <p:cNvPr id="576" name="Google Shape;576;p5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000"/>
              <a:t>27</a:t>
            </a:fld>
            <a:endParaRPr sz="10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57"/>
          <p:cNvSpPr txBox="1"/>
          <p:nvPr/>
        </p:nvSpPr>
        <p:spPr>
          <a:xfrm>
            <a:off x="784500" y="1114350"/>
            <a:ext cx="7575000" cy="3483600"/>
          </a:xfrm>
          <a:prstGeom prst="rect">
            <a:avLst/>
          </a:prstGeom>
          <a:noFill/>
          <a:ln>
            <a:noFill/>
          </a:ln>
        </p:spPr>
        <p:txBody>
          <a:bodyPr spcFirstLastPara="1" wrap="square" lIns="91425" tIns="91425" rIns="91425" bIns="91425" anchor="t" anchorCtr="0">
            <a:noAutofit/>
          </a:bodyPr>
          <a:lstStyle/>
          <a:p>
            <a:r>
              <a:rPr lang="en-IN" sz="1100" b="1" dirty="0">
                <a:latin typeface="Hanken Grotesk"/>
                <a:ea typeface="Hanken Grotesk"/>
                <a:cs typeface="Hanken Grotesk"/>
                <a:sym typeface="Hanken Grotesk"/>
              </a:rPr>
              <a:t>[7]</a:t>
            </a:r>
            <a:r>
              <a:rPr lang="en-IN" sz="1100" dirty="0">
                <a:latin typeface="Hanken Grotesk"/>
                <a:ea typeface="Hanken Grotesk"/>
                <a:cs typeface="Hanken Grotesk"/>
                <a:sym typeface="Hanken Grotesk"/>
              </a:rPr>
              <a:t> Y. Takaki, K. Mitarai, M. </a:t>
            </a:r>
            <a:r>
              <a:rPr lang="en-IN" sz="1100" dirty="0" err="1">
                <a:latin typeface="Hanken Grotesk"/>
                <a:ea typeface="Hanken Grotesk"/>
                <a:cs typeface="Hanken Grotesk"/>
                <a:sym typeface="Hanken Grotesk"/>
              </a:rPr>
              <a:t>Negoro</a:t>
            </a:r>
            <a:r>
              <a:rPr lang="en-IN" sz="1100" dirty="0">
                <a:latin typeface="Hanken Grotesk"/>
                <a:ea typeface="Hanken Grotesk"/>
                <a:cs typeface="Hanken Grotesk"/>
                <a:sym typeface="Hanken Grotesk"/>
              </a:rPr>
              <a:t>, K. Fujii, and M. Kitagawa, “Learning temporal data with a variational quantum </a:t>
            </a:r>
            <a:br>
              <a:rPr lang="en-IN" sz="1100" dirty="0">
                <a:latin typeface="Hanken Grotesk"/>
                <a:ea typeface="Hanken Grotesk"/>
                <a:cs typeface="Hanken Grotesk"/>
                <a:sym typeface="Hanken Grotesk"/>
              </a:rPr>
            </a:br>
            <a:r>
              <a:rPr lang="en-IN" sz="1100" dirty="0">
                <a:latin typeface="Hanken Grotesk"/>
                <a:ea typeface="Hanken Grotesk"/>
                <a:cs typeface="Hanken Grotesk"/>
                <a:sym typeface="Hanken Grotesk"/>
              </a:rPr>
              <a:t>     recurrent neural network,” Physical Review A, vol. 103, no. 5, p. 052414, 2021.</a:t>
            </a:r>
            <a:endParaRPr lang="en" sz="1100" b="1" dirty="0">
              <a:solidFill>
                <a:schemeClr val="dk1"/>
              </a:solidFill>
              <a:latin typeface="Hanken Grotesk"/>
              <a:ea typeface="Hanken Grotesk"/>
              <a:cs typeface="Hanken Grotesk"/>
              <a:sym typeface="Hanken Grotesk"/>
            </a:endParaRPr>
          </a:p>
          <a:p>
            <a:pPr marL="0" lvl="0" indent="0" algn="l" rtl="0">
              <a:spcBef>
                <a:spcPts val="0"/>
              </a:spcBef>
              <a:spcAft>
                <a:spcPts val="0"/>
              </a:spcAft>
              <a:buNone/>
            </a:pPr>
            <a:endParaRPr lang="en" sz="1100" b="1" dirty="0">
              <a:solidFill>
                <a:schemeClr val="dk1"/>
              </a:solidFill>
              <a:latin typeface="Hanken Grotesk"/>
              <a:ea typeface="Hanken Grotesk"/>
              <a:cs typeface="Hanken Grotesk"/>
              <a:sym typeface="Hanken Grotesk"/>
            </a:endParaRPr>
          </a:p>
          <a:p>
            <a:pPr marL="0" lvl="0" indent="0" algn="l" rtl="0">
              <a:spcBef>
                <a:spcPts val="0"/>
              </a:spcBef>
              <a:spcAft>
                <a:spcPts val="0"/>
              </a:spcAft>
              <a:buNone/>
            </a:pPr>
            <a:r>
              <a:rPr lang="en" sz="1100" b="1" dirty="0">
                <a:solidFill>
                  <a:schemeClr val="dk1"/>
                </a:solidFill>
                <a:latin typeface="Hanken Grotesk"/>
                <a:ea typeface="Hanken Grotesk"/>
                <a:cs typeface="Hanken Grotesk"/>
                <a:sym typeface="Hanken Grotesk"/>
              </a:rPr>
              <a:t>[8]</a:t>
            </a:r>
            <a:r>
              <a:rPr lang="en" sz="1100" dirty="0">
                <a:solidFill>
                  <a:schemeClr val="dk1"/>
                </a:solidFill>
                <a:latin typeface="Hanken Grotesk"/>
                <a:ea typeface="Hanken Grotesk"/>
                <a:cs typeface="Hanken Grotesk"/>
                <a:sym typeface="Hanken Grotesk"/>
              </a:rPr>
              <a:t> </a:t>
            </a:r>
            <a:r>
              <a:rPr lang="en" sz="1100" dirty="0">
                <a:latin typeface="Hanken Grotesk"/>
                <a:ea typeface="Hanken Grotesk"/>
                <a:cs typeface="Hanken Grotesk"/>
                <a:sym typeface="Hanken Grotesk"/>
              </a:rPr>
              <a:t>Y. Li, et al., "Quantum recurrent neural networks for sequential learning," Neural Networks, vol. 166, 2023.</a:t>
            </a:r>
            <a:endParaRPr sz="1100" dirty="0">
              <a:latin typeface="Hanken Grotesk"/>
              <a:ea typeface="Hanken Grotesk"/>
              <a:cs typeface="Hanken Grotesk"/>
              <a:sym typeface="Hanken Grotesk"/>
            </a:endParaRPr>
          </a:p>
          <a:p>
            <a:pPr marL="0" lvl="0" indent="0" algn="l" rtl="0">
              <a:spcBef>
                <a:spcPts val="0"/>
              </a:spcBef>
              <a:spcAft>
                <a:spcPts val="0"/>
              </a:spcAft>
              <a:buNone/>
            </a:pPr>
            <a:endParaRPr sz="1100" dirty="0">
              <a:solidFill>
                <a:schemeClr val="dk1"/>
              </a:solidFill>
              <a:latin typeface="Hanken Grotesk"/>
              <a:ea typeface="Hanken Grotesk"/>
              <a:cs typeface="Hanken Grotesk"/>
              <a:sym typeface="Hanken Grotesk"/>
            </a:endParaRPr>
          </a:p>
          <a:p>
            <a:pPr marL="0" lvl="0" indent="0" algn="l" rtl="0">
              <a:spcBef>
                <a:spcPts val="0"/>
              </a:spcBef>
              <a:spcAft>
                <a:spcPts val="0"/>
              </a:spcAft>
              <a:buNone/>
            </a:pPr>
            <a:r>
              <a:rPr lang="en" sz="1100" b="1" dirty="0">
                <a:solidFill>
                  <a:schemeClr val="dk1"/>
                </a:solidFill>
                <a:latin typeface="Hanken Grotesk"/>
                <a:ea typeface="Hanken Grotesk"/>
                <a:cs typeface="Hanken Grotesk"/>
                <a:sym typeface="Hanken Grotesk"/>
              </a:rPr>
              <a:t>[9]</a:t>
            </a:r>
            <a:r>
              <a:rPr lang="en" sz="1100" dirty="0">
                <a:solidFill>
                  <a:schemeClr val="dk1"/>
                </a:solidFill>
                <a:latin typeface="Hanken Grotesk"/>
                <a:ea typeface="Hanken Grotesk"/>
                <a:cs typeface="Hanken Grotesk"/>
                <a:sym typeface="Hanken Grotesk"/>
              </a:rPr>
              <a:t> </a:t>
            </a:r>
            <a:r>
              <a:rPr lang="en" sz="1100" dirty="0">
                <a:latin typeface="Hanken Grotesk"/>
                <a:ea typeface="Hanken Grotesk"/>
                <a:cs typeface="Hanken Grotesk"/>
                <a:sym typeface="Hanken Grotesk"/>
              </a:rPr>
              <a:t>W. Yu, L. Yin, C. Zhang, Y. Chen, and A. X. Liu, "Application of quantum recurrent neural network in low-resource </a:t>
            </a:r>
            <a:br>
              <a:rPr lang="en" sz="1100" dirty="0">
                <a:latin typeface="Hanken Grotesk"/>
                <a:ea typeface="Hanken Grotesk"/>
                <a:cs typeface="Hanken Grotesk"/>
                <a:sym typeface="Hanken Grotesk"/>
              </a:rPr>
            </a:br>
            <a:r>
              <a:rPr lang="en" sz="1100" dirty="0">
                <a:latin typeface="Hanken Grotesk"/>
                <a:ea typeface="Hanken Grotesk"/>
                <a:cs typeface="Hanken Grotesk"/>
                <a:sym typeface="Hanken Grotesk"/>
              </a:rPr>
              <a:t>      language text classification," IEEE Transactions on Quantum Engineering, vol. 5, 2024.</a:t>
            </a:r>
            <a:endParaRPr sz="1100" dirty="0">
              <a:latin typeface="Hanken Grotesk"/>
              <a:ea typeface="Hanken Grotesk"/>
              <a:cs typeface="Hanken Grotesk"/>
              <a:sym typeface="Hanken Grotesk"/>
            </a:endParaRPr>
          </a:p>
          <a:p>
            <a:pPr marL="0" lvl="0" indent="0" algn="l" rtl="0">
              <a:spcBef>
                <a:spcPts val="0"/>
              </a:spcBef>
              <a:spcAft>
                <a:spcPts val="0"/>
              </a:spcAft>
              <a:buNone/>
            </a:pPr>
            <a:endParaRPr sz="1100" dirty="0">
              <a:latin typeface="Hanken Grotesk"/>
              <a:ea typeface="Hanken Grotesk"/>
              <a:cs typeface="Hanken Grotesk"/>
              <a:sym typeface="Hanken Grotesk"/>
            </a:endParaRPr>
          </a:p>
          <a:p>
            <a:pPr marL="0" lvl="0" indent="0" algn="l" rtl="0">
              <a:spcBef>
                <a:spcPts val="0"/>
              </a:spcBef>
              <a:spcAft>
                <a:spcPts val="0"/>
              </a:spcAft>
              <a:buNone/>
            </a:pPr>
            <a:r>
              <a:rPr lang="en" sz="1100" b="1" dirty="0">
                <a:latin typeface="Hanken Grotesk"/>
                <a:ea typeface="Hanken Grotesk"/>
                <a:cs typeface="Hanken Grotesk"/>
                <a:sym typeface="Hanken Grotesk"/>
              </a:rPr>
              <a:t>[10] </a:t>
            </a:r>
            <a:r>
              <a:rPr lang="en" sz="1100" dirty="0">
                <a:latin typeface="Hanken Grotesk"/>
                <a:ea typeface="Hanken Grotesk"/>
                <a:cs typeface="Hanken Grotesk"/>
                <a:sym typeface="Hanken Grotesk"/>
              </a:rPr>
              <a:t>Kotzias D, Denil N, de Freitas N, et al. From group to individual labels using deep features. In: Proceedings of the </a:t>
            </a:r>
            <a:br>
              <a:rPr lang="en" sz="1100" dirty="0">
                <a:latin typeface="Hanken Grotesk"/>
                <a:ea typeface="Hanken Grotesk"/>
                <a:cs typeface="Hanken Grotesk"/>
                <a:sym typeface="Hanken Grotesk"/>
              </a:rPr>
            </a:br>
            <a:r>
              <a:rPr lang="en" sz="1100" dirty="0">
                <a:latin typeface="Hanken Grotesk"/>
                <a:ea typeface="Hanken Grotesk"/>
                <a:cs typeface="Hanken Grotesk"/>
                <a:sym typeface="Hanken Grotesk"/>
              </a:rPr>
              <a:t>        21th ACM SIGKDD International Conference on Knowledge Discovery and Data Mining, 2015. 597–606</a:t>
            </a:r>
            <a:endParaRPr sz="1100" dirty="0">
              <a:latin typeface="Hanken Grotesk"/>
              <a:ea typeface="Hanken Grotesk"/>
              <a:cs typeface="Hanken Grotesk"/>
              <a:sym typeface="Hanken Grotesk"/>
            </a:endParaRPr>
          </a:p>
          <a:p>
            <a:pPr marL="0" lvl="0" indent="0" algn="l" rtl="0">
              <a:spcBef>
                <a:spcPts val="0"/>
              </a:spcBef>
              <a:spcAft>
                <a:spcPts val="0"/>
              </a:spcAft>
              <a:buNone/>
            </a:pPr>
            <a:endParaRPr sz="1100" b="1" dirty="0">
              <a:latin typeface="Hanken Grotesk"/>
              <a:ea typeface="Hanken Grotesk"/>
              <a:cs typeface="Hanken Grotesk"/>
              <a:sym typeface="Hanken Grotesk"/>
            </a:endParaRPr>
          </a:p>
          <a:p>
            <a:pPr marL="0" lvl="0" indent="0" algn="l" rtl="0">
              <a:spcBef>
                <a:spcPts val="0"/>
              </a:spcBef>
              <a:spcAft>
                <a:spcPts val="0"/>
              </a:spcAft>
              <a:buNone/>
            </a:pPr>
            <a:endParaRPr sz="1100" b="1" dirty="0">
              <a:latin typeface="Hanken Grotesk"/>
              <a:ea typeface="Hanken Grotesk"/>
              <a:cs typeface="Hanken Grotesk"/>
              <a:sym typeface="Hanken Grotesk"/>
            </a:endParaRPr>
          </a:p>
        </p:txBody>
      </p:sp>
      <p:sp>
        <p:nvSpPr>
          <p:cNvPr id="582" name="Google Shape;582;p57"/>
          <p:cNvSpPr txBox="1">
            <a:spLocks noGrp="1"/>
          </p:cNvSpPr>
          <p:nvPr>
            <p:ph type="title"/>
          </p:nvPr>
        </p:nvSpPr>
        <p:spPr>
          <a:xfrm>
            <a:off x="733300" y="605550"/>
            <a:ext cx="5067600" cy="5088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600"/>
              <a:buNone/>
            </a:pPr>
            <a:r>
              <a:rPr lang="en" sz="2600"/>
              <a:t>References</a:t>
            </a:r>
            <a:endParaRPr sz="2600"/>
          </a:p>
        </p:txBody>
      </p:sp>
      <p:sp>
        <p:nvSpPr>
          <p:cNvPr id="583" name="Google Shape;583;p5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z="1000"/>
              <a:t>28</a:t>
            </a:fld>
            <a:endParaRPr sz="1000"/>
          </a:p>
        </p:txBody>
      </p:sp>
    </p:spTree>
  </p:cSld>
  <p:clrMapOvr>
    <a:masterClrMapping/>
  </p:clrMapOvr>
</p:sld>
</file>

<file path=ppt/theme/theme1.xml><?xml version="1.0" encoding="utf-8"?>
<a:theme xmlns:a="http://schemas.openxmlformats.org/drawingml/2006/main"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2653</Words>
  <Application>Microsoft Office PowerPoint</Application>
  <PresentationFormat>On-screen Show (16:9)</PresentationFormat>
  <Paragraphs>295</Paragraphs>
  <Slides>28</Slides>
  <Notes>28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Roboto</vt:lpstr>
      <vt:lpstr>Nunito Light</vt:lpstr>
      <vt:lpstr>Hanken Grotesk Medium</vt:lpstr>
      <vt:lpstr>Hanken Grotesk</vt:lpstr>
      <vt:lpstr>Arial</vt:lpstr>
      <vt:lpstr>Lato</vt:lpstr>
      <vt:lpstr>Figtree Black</vt:lpstr>
      <vt:lpstr>Elegant Black &amp; White Thesis Defense by Slidesgo</vt:lpstr>
      <vt:lpstr>Quantum Machine Learning for Sentiment Analysis</vt:lpstr>
      <vt:lpstr>Table of contents</vt:lpstr>
      <vt:lpstr>Introduction</vt:lpstr>
      <vt:lpstr>Introduction</vt:lpstr>
      <vt:lpstr>Introduction</vt:lpstr>
      <vt:lpstr>Introduction</vt:lpstr>
      <vt:lpstr>Introduction</vt:lpstr>
      <vt:lpstr>Introduction</vt:lpstr>
      <vt:lpstr>Motivation</vt:lpstr>
      <vt:lpstr>Literature Survey</vt:lpstr>
      <vt:lpstr>Literature Survey</vt:lpstr>
      <vt:lpstr>Literature Survey</vt:lpstr>
      <vt:lpstr>Literature Survey</vt:lpstr>
      <vt:lpstr>Research Gap</vt:lpstr>
      <vt:lpstr>Research Gap</vt:lpstr>
      <vt:lpstr>Objectives</vt:lpstr>
      <vt:lpstr>Proposed Methodology</vt:lpstr>
      <vt:lpstr>Proposed Methodology</vt:lpstr>
      <vt:lpstr>Proposed Methodology</vt:lpstr>
      <vt:lpstr>Proposed Methodology</vt:lpstr>
      <vt:lpstr>Proposed Methodology</vt:lpstr>
      <vt:lpstr>Proposed Methodology</vt:lpstr>
      <vt:lpstr>Proposed Methodology</vt:lpstr>
      <vt:lpstr>Datasets</vt:lpstr>
      <vt:lpstr>Timeline</vt:lpstr>
      <vt:lpstr>Conclusion </vt:lpstr>
      <vt:lpstr>References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Ashutosh Rai</cp:lastModifiedBy>
  <cp:revision>1</cp:revision>
  <dcterms:modified xsi:type="dcterms:W3CDTF">2025-10-08T13:49:01Z</dcterms:modified>
</cp:coreProperties>
</file>